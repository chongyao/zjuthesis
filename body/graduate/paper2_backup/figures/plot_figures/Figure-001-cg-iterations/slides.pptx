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8ED10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263" y="2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BFA62-FDFA-4AE7-84EB-430CC576C76E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787B8-8B51-4F7A-8B5C-6EA174CE32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1989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BFA62-FDFA-4AE7-84EB-430CC576C76E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787B8-8B51-4F7A-8B5C-6EA174CE32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3739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BFA62-FDFA-4AE7-84EB-430CC576C76E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787B8-8B51-4F7A-8B5C-6EA174CE32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7681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BFA62-FDFA-4AE7-84EB-430CC576C76E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787B8-8B51-4F7A-8B5C-6EA174CE32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1014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BFA62-FDFA-4AE7-84EB-430CC576C76E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787B8-8B51-4F7A-8B5C-6EA174CE32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7680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BFA62-FDFA-4AE7-84EB-430CC576C76E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787B8-8B51-4F7A-8B5C-6EA174CE32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7759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BFA62-FDFA-4AE7-84EB-430CC576C76E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787B8-8B51-4F7A-8B5C-6EA174CE32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1081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BFA62-FDFA-4AE7-84EB-430CC576C76E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787B8-8B51-4F7A-8B5C-6EA174CE32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2859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BFA62-FDFA-4AE7-84EB-430CC576C76E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787B8-8B51-4F7A-8B5C-6EA174CE32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844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BFA62-FDFA-4AE7-84EB-430CC576C76E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787B8-8B51-4F7A-8B5C-6EA174CE32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3102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BFA62-FDFA-4AE7-84EB-430CC576C76E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787B8-8B51-4F7A-8B5C-6EA174CE32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395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BBFA62-FDFA-4AE7-84EB-430CC576C76E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5787B8-8B51-4F7A-8B5C-6EA174CE32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0830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3658" y="-1442028"/>
            <a:ext cx="12192000" cy="52932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56829" y="4541611"/>
            <a:ext cx="12192000" cy="52932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541611"/>
            <a:ext cx="12192000" cy="529323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0965" y="-3226362"/>
            <a:ext cx="12192000" cy="529323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36940" y="-3476718"/>
            <a:ext cx="12192000" cy="5793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33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91161" y="325254"/>
            <a:ext cx="6178847" cy="293634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3169" y="562408"/>
            <a:ext cx="5918200" cy="25694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1287" y="1557646"/>
            <a:ext cx="1333499" cy="57894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4786" y="625884"/>
            <a:ext cx="5920447" cy="25704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3980" y="1483385"/>
            <a:ext cx="2007721" cy="871665"/>
          </a:xfrm>
          <a:prstGeom prst="rect">
            <a:avLst/>
          </a:prstGeom>
        </p:spPr>
      </p:pic>
      <p:sp>
        <p:nvSpPr>
          <p:cNvPr id="9" name="椭圆 8"/>
          <p:cNvSpPr/>
          <p:nvPr/>
        </p:nvSpPr>
        <p:spPr>
          <a:xfrm>
            <a:off x="6187168" y="897073"/>
            <a:ext cx="246108" cy="246108"/>
          </a:xfrm>
          <a:prstGeom prst="ellipse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/>
          <p:cNvCxnSpPr>
            <a:stCxn id="9" idx="4"/>
          </p:cNvCxnSpPr>
          <p:nvPr/>
        </p:nvCxnSpPr>
        <p:spPr>
          <a:xfrm>
            <a:off x="6310222" y="1143181"/>
            <a:ext cx="0" cy="49303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/>
        </p:nvSpPr>
        <p:spPr>
          <a:xfrm>
            <a:off x="9868479" y="951992"/>
            <a:ext cx="246108" cy="246108"/>
          </a:xfrm>
          <a:prstGeom prst="ellipse">
            <a:avLst/>
          </a:prstGeom>
          <a:noFill/>
          <a:ln>
            <a:solidFill>
              <a:schemeClr val="accent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13"/>
          <p:cNvCxnSpPr>
            <a:stCxn id="13" idx="4"/>
          </p:cNvCxnSpPr>
          <p:nvPr/>
        </p:nvCxnSpPr>
        <p:spPr>
          <a:xfrm>
            <a:off x="9991533" y="1198100"/>
            <a:ext cx="0" cy="493032"/>
          </a:xfrm>
          <a:prstGeom prst="straightConnector1">
            <a:avLst/>
          </a:prstGeom>
          <a:ln w="19050">
            <a:solidFill>
              <a:srgbClr val="8ED1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右箭头 14"/>
          <p:cNvSpPr/>
          <p:nvPr/>
        </p:nvSpPr>
        <p:spPr>
          <a:xfrm>
            <a:off x="7776459" y="1328276"/>
            <a:ext cx="957943" cy="307938"/>
          </a:xfrm>
          <a:prstGeom prst="rightArrow">
            <a:avLst>
              <a:gd name="adj1" fmla="val 34534"/>
              <a:gd name="adj2" fmla="val 94000"/>
            </a:avLst>
          </a:prstGeom>
          <a:solidFill>
            <a:schemeClr val="bg1">
              <a:lumMod val="85000"/>
            </a:schemeClr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7583971" y="835461"/>
            <a:ext cx="1296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5" y="3341410"/>
            <a:ext cx="11061701" cy="327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735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</Words>
  <Application>Microsoft Office PowerPoint</Application>
  <PresentationFormat>宽屏</PresentationFormat>
  <Paragraphs>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张峻溪</dc:creator>
  <cp:lastModifiedBy>张峻溪</cp:lastModifiedBy>
  <cp:revision>3</cp:revision>
  <dcterms:created xsi:type="dcterms:W3CDTF">2025-05-21T09:20:04Z</dcterms:created>
  <dcterms:modified xsi:type="dcterms:W3CDTF">2025-05-22T04:20:22Z</dcterms:modified>
</cp:coreProperties>
</file>