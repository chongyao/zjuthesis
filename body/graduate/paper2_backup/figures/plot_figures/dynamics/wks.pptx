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3" d="100"/>
          <a:sy n="153" d="100"/>
        </p:scale>
        <p:origin x="576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D2EE7-14B8-4577-A2C4-BCADE48C3A5C}" type="datetimeFigureOut">
              <a:rPr lang="zh-CN" altLang="en-US" smtClean="0"/>
              <a:t>2025/5/24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69A51-2E08-4092-950C-BC513D44D6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74787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D2EE7-14B8-4577-A2C4-BCADE48C3A5C}" type="datetimeFigureOut">
              <a:rPr lang="zh-CN" altLang="en-US" smtClean="0"/>
              <a:t>2025/5/24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69A51-2E08-4092-950C-BC513D44D6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10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D2EE7-14B8-4577-A2C4-BCADE48C3A5C}" type="datetimeFigureOut">
              <a:rPr lang="zh-CN" altLang="en-US" smtClean="0"/>
              <a:t>2025/5/24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69A51-2E08-4092-950C-BC513D44D6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7359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D2EE7-14B8-4577-A2C4-BCADE48C3A5C}" type="datetimeFigureOut">
              <a:rPr lang="zh-CN" altLang="en-US" smtClean="0"/>
              <a:t>2025/5/24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69A51-2E08-4092-950C-BC513D44D6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34357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D2EE7-14B8-4577-A2C4-BCADE48C3A5C}" type="datetimeFigureOut">
              <a:rPr lang="zh-CN" altLang="en-US" smtClean="0"/>
              <a:t>2025/5/24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69A51-2E08-4092-950C-BC513D44D6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624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D2EE7-14B8-4577-A2C4-BCADE48C3A5C}" type="datetimeFigureOut">
              <a:rPr lang="zh-CN" altLang="en-US" smtClean="0"/>
              <a:t>2025/5/24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69A51-2E08-4092-950C-BC513D44D6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3844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D2EE7-14B8-4577-A2C4-BCADE48C3A5C}" type="datetimeFigureOut">
              <a:rPr lang="zh-CN" altLang="en-US" smtClean="0"/>
              <a:t>2025/5/24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69A51-2E08-4092-950C-BC513D44D6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5867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D2EE7-14B8-4577-A2C4-BCADE48C3A5C}" type="datetimeFigureOut">
              <a:rPr lang="zh-CN" altLang="en-US" smtClean="0"/>
              <a:t>2025/5/24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69A51-2E08-4092-950C-BC513D44D6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199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D2EE7-14B8-4577-A2C4-BCADE48C3A5C}" type="datetimeFigureOut">
              <a:rPr lang="zh-CN" altLang="en-US" smtClean="0"/>
              <a:t>2025/5/24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69A51-2E08-4092-950C-BC513D44D6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2284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D2EE7-14B8-4577-A2C4-BCADE48C3A5C}" type="datetimeFigureOut">
              <a:rPr lang="zh-CN" altLang="en-US" smtClean="0"/>
              <a:t>2025/5/24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69A51-2E08-4092-950C-BC513D44D6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1318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D2EE7-14B8-4577-A2C4-BCADE48C3A5C}" type="datetimeFigureOut">
              <a:rPr lang="zh-CN" altLang="en-US" smtClean="0"/>
              <a:t>2025/5/24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69A51-2E08-4092-950C-BC513D44D6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25211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DD2EE7-14B8-4577-A2C4-BCADE48C3A5C}" type="datetimeFigureOut">
              <a:rPr lang="zh-CN" altLang="en-US" smtClean="0"/>
              <a:t>2025/5/24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969A51-2E08-4092-950C-BC513D44D6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2176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8499" y="5251176"/>
            <a:ext cx="169801" cy="191121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1661" y="5251176"/>
            <a:ext cx="169801" cy="191121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4823" y="5251175"/>
            <a:ext cx="169801" cy="191121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7985" y="5251174"/>
            <a:ext cx="169801" cy="191121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636" y="5251173"/>
            <a:ext cx="169801" cy="191121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5847" y="2605413"/>
            <a:ext cx="1791901" cy="1800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3677" y="2605413"/>
            <a:ext cx="2102190" cy="18000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6884" y="2605413"/>
            <a:ext cx="1792000" cy="18000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9901" y="2605413"/>
            <a:ext cx="1628289" cy="18000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9207" y="2605413"/>
            <a:ext cx="1659661" cy="18000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588" y="1080060"/>
            <a:ext cx="10762510" cy="4785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449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8499" y="5251176"/>
            <a:ext cx="169801" cy="191121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1661" y="5251176"/>
            <a:ext cx="169801" cy="191121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4823" y="5251175"/>
            <a:ext cx="169801" cy="191121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7985" y="5251174"/>
            <a:ext cx="169801" cy="191121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636" y="5251173"/>
            <a:ext cx="169801" cy="191121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5327" y="2605413"/>
            <a:ext cx="1552941" cy="1800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8372" y="2605413"/>
            <a:ext cx="1732799" cy="18000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8112" y="2605413"/>
            <a:ext cx="1549544" cy="18000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0008" y="2605413"/>
            <a:ext cx="1628075" cy="18000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9207" y="2620080"/>
            <a:ext cx="1659661" cy="1770666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588" y="1080060"/>
            <a:ext cx="10762510" cy="4785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803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8499" y="5251176"/>
            <a:ext cx="169801" cy="191121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4083" y="5251176"/>
            <a:ext cx="169801" cy="191121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9667" y="5251175"/>
            <a:ext cx="169801" cy="191121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8988" y="5251174"/>
            <a:ext cx="169801" cy="191121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2061" y="5251173"/>
            <a:ext cx="169801" cy="191121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8856" y="2605413"/>
            <a:ext cx="1552941" cy="1800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1901" y="2605413"/>
            <a:ext cx="1732799" cy="18000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1641" y="2605413"/>
            <a:ext cx="1549544" cy="18000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3537" y="2605413"/>
            <a:ext cx="1628075" cy="18000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2736" y="2620080"/>
            <a:ext cx="1659661" cy="1770666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081" y="1130164"/>
            <a:ext cx="10688055" cy="4785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6201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0</Words>
  <Application>Microsoft Office PowerPoint</Application>
  <PresentationFormat>宽屏</PresentationFormat>
  <Paragraphs>0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张峻溪</dc:creator>
  <cp:lastModifiedBy>张峻溪</cp:lastModifiedBy>
  <cp:revision>4</cp:revision>
  <dcterms:created xsi:type="dcterms:W3CDTF">2025-05-24T05:35:37Z</dcterms:created>
  <dcterms:modified xsi:type="dcterms:W3CDTF">2025-05-24T07:36:59Z</dcterms:modified>
</cp:coreProperties>
</file>