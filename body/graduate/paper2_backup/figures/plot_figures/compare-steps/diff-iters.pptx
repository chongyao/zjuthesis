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1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084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44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590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97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415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528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74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00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540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60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01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87928-E3F8-40DA-84AC-6BB41B3DF3A7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0C204-D32F-4976-9863-60BEB3264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530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755" y="63500"/>
            <a:ext cx="2987293" cy="270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617" y="139700"/>
            <a:ext cx="2590461" cy="270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71" y="3012799"/>
            <a:ext cx="10550155" cy="384520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71" y="139700"/>
            <a:ext cx="3885038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1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90" y="85228"/>
            <a:ext cx="3628754" cy="27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037" y="16638"/>
            <a:ext cx="2987293" cy="270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90" y="2853818"/>
            <a:ext cx="11071276" cy="396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924" y="85228"/>
            <a:ext cx="2601249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2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537" y="210820"/>
            <a:ext cx="2361433" cy="27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715" y="210820"/>
            <a:ext cx="3069593" cy="270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16" y="3009641"/>
            <a:ext cx="10064797" cy="36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16" y="210820"/>
            <a:ext cx="3443196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8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441" y="542760"/>
            <a:ext cx="2046575" cy="234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86" y="542760"/>
            <a:ext cx="2660314" cy="23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64" y="3012509"/>
            <a:ext cx="10512381" cy="37912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67" y="542760"/>
            <a:ext cx="2984104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8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张峻溪</dc:creator>
  <cp:lastModifiedBy>张峻溪</cp:lastModifiedBy>
  <cp:revision>6</cp:revision>
  <dcterms:created xsi:type="dcterms:W3CDTF">2025-05-23T03:16:21Z</dcterms:created>
  <dcterms:modified xsi:type="dcterms:W3CDTF">2025-05-24T07:24:31Z</dcterms:modified>
</cp:coreProperties>
</file>