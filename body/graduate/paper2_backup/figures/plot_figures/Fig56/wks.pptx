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74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10BB1-E5F7-4A69-B730-38BCB948DE1A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67107-A9D5-451A-9B68-5DB92CDEB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22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67107-A9D5-451A-9B68-5DB92CDEB5F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94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67107-A9D5-451A-9B68-5DB92CDEB5F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08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83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4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83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56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81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00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73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9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85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48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BFFB5-09B6-4E59-888F-9ED7B7AA2FA4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1DCF6-A2C4-442C-B959-89BB1F6F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66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171" y="0"/>
            <a:ext cx="3600000" cy="25749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2777" y="2207833"/>
            <a:ext cx="2556788" cy="1614220"/>
          </a:xfrm>
          <a:prstGeom prst="ellipse">
            <a:avLst/>
          </a:prstGeom>
          <a:ln w="3175" cap="rnd">
            <a:solidFill>
              <a:schemeClr val="bg2">
                <a:lumMod val="50000"/>
              </a:schemeClr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15" y="349515"/>
            <a:ext cx="4598104" cy="360000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3795396" y="506183"/>
            <a:ext cx="300946" cy="300946"/>
          </a:xfrm>
          <a:prstGeom prst="ellipse">
            <a:avLst/>
          </a:prstGeom>
          <a:noFill/>
          <a:ln w="38100">
            <a:solidFill>
              <a:srgbClr val="FF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曲线连接符 10"/>
          <p:cNvCxnSpPr>
            <a:stCxn id="9" idx="0"/>
            <a:endCxn id="12" idx="0"/>
          </p:cNvCxnSpPr>
          <p:nvPr/>
        </p:nvCxnSpPr>
        <p:spPr>
          <a:xfrm rot="16200000" flipH="1">
            <a:off x="5194827" y="-742775"/>
            <a:ext cx="514520" cy="3012436"/>
          </a:xfrm>
          <a:prstGeom prst="curvedConnector3">
            <a:avLst>
              <a:gd name="adj1" fmla="val -44430"/>
            </a:avLst>
          </a:prstGeom>
          <a:ln w="19050">
            <a:solidFill>
              <a:srgbClr val="00B05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6793999" y="1020703"/>
            <a:ext cx="328612" cy="3286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880698" y="1393913"/>
            <a:ext cx="300946" cy="300946"/>
          </a:xfrm>
          <a:prstGeom prst="ellips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stCxn id="13" idx="4"/>
            <a:endCxn id="7" idx="0"/>
          </p:cNvCxnSpPr>
          <p:nvPr/>
        </p:nvCxnSpPr>
        <p:spPr>
          <a:xfrm>
            <a:off x="7031171" y="1694859"/>
            <a:ext cx="0" cy="512974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17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49" y="-197779"/>
            <a:ext cx="4208960" cy="3903695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3485806" y="2740680"/>
            <a:ext cx="300946" cy="300946"/>
          </a:xfrm>
          <a:prstGeom prst="ellipse">
            <a:avLst/>
          </a:prstGeom>
          <a:noFill/>
          <a:ln w="38100">
            <a:solidFill>
              <a:srgbClr val="FF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450430" y="3864462"/>
            <a:ext cx="328612" cy="3286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537129" y="4011096"/>
            <a:ext cx="300946" cy="300946"/>
          </a:xfrm>
          <a:prstGeom prst="ellips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>
            <a:stCxn id="10" idx="4"/>
          </p:cNvCxnSpPr>
          <p:nvPr/>
        </p:nvCxnSpPr>
        <p:spPr>
          <a:xfrm>
            <a:off x="2687602" y="4312042"/>
            <a:ext cx="0" cy="406762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曲线连接符 12"/>
          <p:cNvCxnSpPr>
            <a:stCxn id="7" idx="2"/>
            <a:endCxn id="9" idx="0"/>
          </p:cNvCxnSpPr>
          <p:nvPr/>
        </p:nvCxnSpPr>
        <p:spPr>
          <a:xfrm rot="10800000" flipV="1">
            <a:off x="2614736" y="2891152"/>
            <a:ext cx="871070" cy="973309"/>
          </a:xfrm>
          <a:prstGeom prst="curvedConnector2">
            <a:avLst/>
          </a:prstGeom>
          <a:ln w="19050">
            <a:solidFill>
              <a:srgbClr val="00B05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01" y="180789"/>
            <a:ext cx="5060258" cy="647317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660" y="4757815"/>
            <a:ext cx="2369883" cy="1576308"/>
          </a:xfrm>
          <a:prstGeom prst="ellipse">
            <a:avLst/>
          </a:prstGeom>
          <a:ln w="3175" cap="rnd">
            <a:solidFill>
              <a:schemeClr val="bg2">
                <a:lumMod val="50000"/>
              </a:schemeClr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02" y="2617183"/>
            <a:ext cx="3600000" cy="257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8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2047046" y="4598645"/>
            <a:ext cx="328612" cy="3286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941655"/>
            <a:ext cx="3600000" cy="10153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855" y="91889"/>
            <a:ext cx="4961245" cy="63664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29004"/>
            <a:ext cx="3600000" cy="36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5383990"/>
            <a:ext cx="2457450" cy="101716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2977806" y="3213758"/>
            <a:ext cx="300946" cy="300946"/>
          </a:xfrm>
          <a:prstGeom prst="ellipse">
            <a:avLst/>
          </a:prstGeom>
          <a:noFill/>
          <a:ln w="38100">
            <a:solidFill>
              <a:srgbClr val="FF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060879" y="4776784"/>
            <a:ext cx="300946" cy="300946"/>
          </a:xfrm>
          <a:prstGeom prst="ellipse">
            <a:avLst/>
          </a:prstGeom>
          <a:noFill/>
          <a:ln w="38100">
            <a:solidFill>
              <a:srgbClr val="FF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211352" y="5153930"/>
            <a:ext cx="0" cy="406762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曲线连接符 12"/>
          <p:cNvCxnSpPr>
            <a:stCxn id="9" idx="2"/>
            <a:endCxn id="10" idx="0"/>
          </p:cNvCxnSpPr>
          <p:nvPr/>
        </p:nvCxnSpPr>
        <p:spPr>
          <a:xfrm rot="10800000" flipV="1">
            <a:off x="2211352" y="3364231"/>
            <a:ext cx="766454" cy="1234414"/>
          </a:xfrm>
          <a:prstGeom prst="curvedConnector2">
            <a:avLst/>
          </a:prstGeom>
          <a:ln w="38100">
            <a:solidFill>
              <a:schemeClr val="bg2">
                <a:lumMod val="75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74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</Words>
  <Application>Microsoft Office PowerPoint</Application>
  <PresentationFormat>宽屏</PresentationFormat>
  <Paragraphs>2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张峻溪</dc:creator>
  <cp:lastModifiedBy>张峻溪</cp:lastModifiedBy>
  <cp:revision>11</cp:revision>
  <dcterms:created xsi:type="dcterms:W3CDTF">2025-05-22T06:39:46Z</dcterms:created>
  <dcterms:modified xsi:type="dcterms:W3CDTF">2025-05-24T03:33:42Z</dcterms:modified>
</cp:coreProperties>
</file>