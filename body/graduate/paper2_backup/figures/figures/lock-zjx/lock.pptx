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3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249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464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391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099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32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374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631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346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81ED-9245-41AD-90A2-39D369A04372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9E73-E60A-4B4A-99F0-04A4C08F9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671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A81ED-9245-41AD-90A2-39D369A04372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9E73-E60A-4B4A-99F0-04A4C08F9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384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89" y="1962150"/>
            <a:ext cx="3705263" cy="288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6" y="1962150"/>
            <a:ext cx="4254694" cy="288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541" y="1962150"/>
            <a:ext cx="3744521" cy="2880000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3638894" y="1962150"/>
            <a:ext cx="1143000" cy="203200"/>
          </a:xfrm>
          <a:prstGeom prst="rightArrow">
            <a:avLst>
              <a:gd name="adj1" fmla="val 50000"/>
              <a:gd name="adj2" fmla="val 178125"/>
            </a:avLst>
          </a:prstGeom>
          <a:solidFill>
            <a:schemeClr val="bg1">
              <a:lumMod val="85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7600252" y="1962150"/>
            <a:ext cx="1143000" cy="203200"/>
          </a:xfrm>
          <a:prstGeom prst="rightArrow">
            <a:avLst>
              <a:gd name="adj1" fmla="val 50000"/>
              <a:gd name="adj2" fmla="val 178125"/>
            </a:avLst>
          </a:prstGeom>
          <a:solidFill>
            <a:schemeClr val="bg1">
              <a:lumMod val="85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659003" y="1422400"/>
            <a:ext cx="102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37253" y="1422400"/>
            <a:ext cx="102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Refined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215503" y="1422400"/>
            <a:ext cx="1392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Prolongated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995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张峻溪</dc:creator>
  <cp:lastModifiedBy>张峻溪</cp:lastModifiedBy>
  <cp:revision>1</cp:revision>
  <dcterms:created xsi:type="dcterms:W3CDTF">2025-05-23T08:37:47Z</dcterms:created>
  <dcterms:modified xsi:type="dcterms:W3CDTF">2025-05-23T08:44:05Z</dcterms:modified>
</cp:coreProperties>
</file>