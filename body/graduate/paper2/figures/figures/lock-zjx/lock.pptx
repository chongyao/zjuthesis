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A81ED-9245-41AD-90A2-39D369A043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9E73-E60A-4B4A-99F0-04A4C08F9F8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89" y="1962150"/>
            <a:ext cx="3705263" cy="288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6" y="1962150"/>
            <a:ext cx="4254694" cy="288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541" y="1962150"/>
            <a:ext cx="3744521" cy="2880000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3638894" y="1962150"/>
            <a:ext cx="1143000" cy="203200"/>
          </a:xfrm>
          <a:prstGeom prst="rightArrow">
            <a:avLst>
              <a:gd name="adj1" fmla="val 50000"/>
              <a:gd name="adj2" fmla="val 178125"/>
            </a:avLst>
          </a:prstGeom>
          <a:solidFill>
            <a:schemeClr val="bg1">
              <a:lumMod val="85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7600252" y="1962150"/>
            <a:ext cx="1143000" cy="203200"/>
          </a:xfrm>
          <a:prstGeom prst="rightArrow">
            <a:avLst>
              <a:gd name="adj1" fmla="val 50000"/>
              <a:gd name="adj2" fmla="val 178125"/>
            </a:avLst>
          </a:prstGeom>
          <a:solidFill>
            <a:schemeClr val="bg1">
              <a:lumMod val="85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SimSun</vt:lpstr>
      <vt:lpstr>Wingdings</vt:lpstr>
      <vt:lpstr>Times New Roman</vt:lpstr>
      <vt:lpstr>等线</vt:lpstr>
      <vt:lpstr>PF Tempesta Five Condensed</vt:lpstr>
      <vt:lpstr>Microsoft YaHei</vt:lpstr>
      <vt:lpstr>思源黑体 CN</vt:lpstr>
      <vt:lpstr>Arial Unicode MS</vt:lpstr>
      <vt:lpstr>等线 Light</vt:lpstr>
      <vt:lpstr>SimSun</vt:lpstr>
      <vt:lpstr>Calibri</vt:lpstr>
      <vt:lpstr>Trebuchet MS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张峻溪</dc:creator>
  <cp:lastModifiedBy>zcy</cp:lastModifiedBy>
  <cp:revision>2</cp:revision>
  <dcterms:created xsi:type="dcterms:W3CDTF">2026-04-11T08:16:19Z</dcterms:created>
  <dcterms:modified xsi:type="dcterms:W3CDTF">2026-04-11T08:16:19Z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