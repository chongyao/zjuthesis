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</p:sldIdLst>
  <p:sldSz cx="12192000" cy="6858000"/>
  <p:notesSz cx="7559675" cy="106914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6" Type="http://schemas.openxmlformats.org/officeDocument/2006/relationships/tableStyles" Target="tableStyles.xml"/><Relationship Id="rId5" Type="http://schemas.openxmlformats.org/officeDocument/2006/relationships/viewProps" Target="viewProps.xml"/><Relationship Id="rId4" Type="http://schemas.openxmlformats.org/officeDocument/2006/relationships/presProps" Target="presProps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lang="zh-CN" sz="60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dt" idx="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sldNum" idx="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 hasCustomPrompt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 hasCustomPrompt="1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vert="eaVert"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dt" idx="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ftr" idx="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sldNum" idx="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17" name="PlaceHolder 2"/>
          <p:cNvSpPr>
            <a:spLocks noGrp="1"/>
          </p:cNvSpPr>
          <p:nvPr>
            <p:ph type="body" hasCustomPrompt="1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18" name="PlaceHolder 3"/>
          <p:cNvSpPr>
            <a:spLocks noGrp="1"/>
          </p:cNvSpPr>
          <p:nvPr>
            <p:ph type="dt" idx="1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19" name="PlaceHolder 4"/>
          <p:cNvSpPr>
            <a:spLocks noGrp="1"/>
          </p:cNvSpPr>
          <p:nvPr>
            <p:ph type="ftr" idx="1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20" name="PlaceHolder 5"/>
          <p:cNvSpPr>
            <a:spLocks noGrp="1"/>
          </p:cNvSpPr>
          <p:nvPr>
            <p:ph type="sldNum" idx="1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节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60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6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 hasCustomPrompt="1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zh-CN" sz="24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等线"/>
              </a:rPr>
              <a:t>编辑母版文本样式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 hasCustomPrompt="1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body" hasCustomPrompt="1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dt" idx="1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ftr" idx="1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31" name="PlaceHolder 6"/>
          <p:cNvSpPr>
            <a:spLocks noGrp="1"/>
          </p:cNvSpPr>
          <p:nvPr>
            <p:ph type="sldNum" idx="1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比较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 hasCustomPrompt="1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zh-CN" sz="2400" b="1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body" hasCustomPrompt="1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body" hasCustomPrompt="1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zh-CN" sz="2400" b="1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body" hasCustomPrompt="1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1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37" name="PlaceHolder 6"/>
          <p:cNvSpPr>
            <a:spLocks noGrp="1"/>
          </p:cNvSpPr>
          <p:nvPr>
            <p:ph type="dt" idx="1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38" name="PlaceHolder 7"/>
          <p:cNvSpPr>
            <a:spLocks noGrp="1"/>
          </p:cNvSpPr>
          <p:nvPr>
            <p:ph type="ftr" idx="2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39" name="PlaceHolder 8"/>
          <p:cNvSpPr>
            <a:spLocks noGrp="1"/>
          </p:cNvSpPr>
          <p:nvPr>
            <p:ph type="sldNum" idx="2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44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dt" idx="2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ftr" idx="2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43" name="PlaceHolder 4"/>
          <p:cNvSpPr>
            <a:spLocks noGrp="1"/>
          </p:cNvSpPr>
          <p:nvPr>
            <p:ph type="sldNum" idx="2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PlaceHolder 1"/>
          <p:cNvSpPr>
            <a:spLocks noGrp="1"/>
          </p:cNvSpPr>
          <p:nvPr>
            <p:ph type="dt" idx="2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45" name="PlaceHolder 2"/>
          <p:cNvSpPr>
            <a:spLocks noGrp="1"/>
          </p:cNvSpPr>
          <p:nvPr>
            <p:ph type="ftr" idx="2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46" name="PlaceHolder 3"/>
          <p:cNvSpPr>
            <a:spLocks noGrp="1"/>
          </p:cNvSpPr>
          <p:nvPr>
            <p:ph type="sldNum" idx="2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内容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 hasCustomPrompt="1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8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第二级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4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第三级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第四级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500"/>
              </a:spcBef>
              <a:buClr>
                <a:srgbClr val="000000"/>
              </a:buClr>
              <a:buFont typeface="Arial" panose="020B0604020202020204"/>
              <a:buChar char="•"/>
            </a:pPr>
            <a:r>
              <a:rPr lang="zh-CN" sz="20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第五级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 hasCustomPrompt="1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zh-CN" sz="16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dt" idx="2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ftr" idx="2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sldNum" idx="3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图片与标题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lang="zh-CN" sz="3200" b="0" u="none" strike="noStrike">
                <a:solidFill>
                  <a:schemeClr val="dk1"/>
                </a:solidFill>
                <a:effectLst/>
                <a:uFillTx/>
                <a:latin typeface="等线 Light"/>
              </a:rPr>
              <a:t>单击此处编辑母版标题样式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 hasCustomPrompt="1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p>
            <a:pPr marL="431800" indent="-323850">
              <a:lnSpc>
                <a:spcPct val="90000"/>
              </a:lnSpc>
              <a:spcBef>
                <a:spcPts val="141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864235" lvl="1" indent="-323850">
              <a:lnSpc>
                <a:spcPct val="90000"/>
              </a:lnSpc>
              <a:spcBef>
                <a:spcPts val="113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Second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296035" lvl="2" indent="-28829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Third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1727835" lvl="3" indent="-215900">
              <a:lnSpc>
                <a:spcPct val="90000"/>
              </a:lnSpc>
              <a:spcBef>
                <a:spcPts val="565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Fourth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160270" lvl="4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Fifth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2592070" lvl="5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Sixth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  <a:p>
            <a:pPr marL="3023870" lvl="6" indent="-215900">
              <a:lnSpc>
                <a:spcPct val="90000"/>
              </a:lnSpc>
              <a:spcBef>
                <a:spcPts val="285"/>
              </a:spcBef>
              <a:buClr>
                <a:srgbClr val="000000"/>
              </a:buClr>
              <a:buSzPct val="45000"/>
              <a:buFont typeface="Wingdings" panose="05000000000000000000" pitchFamily="2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Seventh Outline Level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55" name="PlaceHolder 3"/>
          <p:cNvSpPr>
            <a:spLocks noGrp="1"/>
          </p:cNvSpPr>
          <p:nvPr>
            <p:ph type="body" hasCustomPrompt="1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0"/>
              </a:spcBef>
              <a:buNone/>
              <a:tabLst>
                <a:tab pos="0" algn="l"/>
              </a:tabLst>
            </a:pPr>
            <a:r>
              <a:rPr lang="zh-CN" sz="1600" b="0" u="none" strike="noStrike">
                <a:solidFill>
                  <a:schemeClr val="dk1"/>
                </a:solidFill>
                <a:effectLst/>
                <a:uFillTx/>
                <a:latin typeface="等线"/>
              </a:rPr>
              <a:t>编辑母版文本样式</a:t>
            </a:r>
            <a:endParaRPr lang="en-US" sz="1600" b="0" u="none" strike="noStrike">
              <a:solidFill>
                <a:schemeClr val="dk1"/>
              </a:solidFill>
              <a:effectLst/>
              <a:uFillTx/>
              <a:latin typeface="等线"/>
            </a:endParaRPr>
          </a:p>
        </p:txBody>
      </p:sp>
      <p:sp>
        <p:nvSpPr>
          <p:cNvPr id="56" name="PlaceHolder 4"/>
          <p:cNvSpPr>
            <a:spLocks noGrp="1"/>
          </p:cNvSpPr>
          <p:nvPr>
            <p:ph type="dt" idx="3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57" name="PlaceHolder 5"/>
          <p:cNvSpPr>
            <a:spLocks noGrp="1"/>
          </p:cNvSpPr>
          <p:nvPr>
            <p:ph type="ftr" idx="3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lstStyle>
            <a:lvl1pPr indent="0" algn="ct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defRPr>
            </a:lvl1pPr>
          </a:lstStyle>
          <a:p>
            <a:pPr indent="0" algn="ct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 panose="02020603050405020304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  <p:sp>
        <p:nvSpPr>
          <p:cNvPr id="58" name="PlaceHolder 6"/>
          <p:cNvSpPr>
            <a:spLocks noGrp="1"/>
          </p:cNvSpPr>
          <p:nvPr>
            <p:ph type="sldNum" idx="3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ctr">
            <a:noAutofit/>
          </a:bodyPr>
          <a:p>
            <a:pPr indent="0">
              <a:buNone/>
            </a:pP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 panose="02020603050405020304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图片 3"/>
          <p:cNvPicPr/>
          <p:nvPr/>
        </p:nvPicPr>
        <p:blipFill>
          <a:blip r:embed="rId1"/>
          <a:stretch>
            <a:fillRect/>
          </a:stretch>
        </p:blipFill>
        <p:spPr>
          <a:xfrm>
            <a:off x="4439850" y="1988670"/>
            <a:ext cx="3704760" cy="28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0" name="图片 4"/>
          <p:cNvPicPr/>
          <p:nvPr/>
        </p:nvPicPr>
        <p:blipFill>
          <a:blip r:embed="rId2"/>
          <a:stretch>
            <a:fillRect/>
          </a:stretch>
        </p:blipFill>
        <p:spPr>
          <a:xfrm>
            <a:off x="19410" y="1988670"/>
            <a:ext cx="4254480" cy="2879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61" name="图片 5"/>
          <p:cNvPicPr/>
          <p:nvPr/>
        </p:nvPicPr>
        <p:blipFill>
          <a:blip r:embed="rId3"/>
          <a:stretch>
            <a:fillRect/>
          </a:stretch>
        </p:blipFill>
        <p:spPr>
          <a:xfrm>
            <a:off x="8310930" y="1988670"/>
            <a:ext cx="3744000" cy="2879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右箭头 6"/>
          <p:cNvSpPr/>
          <p:nvPr/>
        </p:nvSpPr>
        <p:spPr>
          <a:xfrm>
            <a:off x="3612210" y="1988670"/>
            <a:ext cx="1142640" cy="202680"/>
          </a:xfrm>
          <a:prstGeom prst="rightArrow">
            <a:avLst>
              <a:gd name="adj1" fmla="val 50000"/>
              <a:gd name="adj2" fmla="val 178125"/>
            </a:avLst>
          </a:prstGeom>
          <a:solidFill>
            <a:schemeClr val="bg1">
              <a:lumMod val="85000"/>
            </a:schemeClr>
          </a:solidFill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等线"/>
            </a:endParaRPr>
          </a:p>
        </p:txBody>
      </p:sp>
      <p:sp>
        <p:nvSpPr>
          <p:cNvPr id="63" name="右箭头 7"/>
          <p:cNvSpPr/>
          <p:nvPr/>
        </p:nvSpPr>
        <p:spPr>
          <a:xfrm>
            <a:off x="7573650" y="1988670"/>
            <a:ext cx="1142640" cy="202680"/>
          </a:xfrm>
          <a:prstGeom prst="rightArrow">
            <a:avLst>
              <a:gd name="adj1" fmla="val 50000"/>
              <a:gd name="adj2" fmla="val 178125"/>
            </a:avLst>
          </a:prstGeom>
          <a:solidFill>
            <a:schemeClr val="bg1">
              <a:lumMod val="85000"/>
            </a:schemeClr>
          </a:solidFill>
          <a:ln w="38100">
            <a:solidFill>
              <a:srgbClr val="00B0F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等线"/>
            </a:endParaRPr>
          </a:p>
        </p:txBody>
      </p:sp>
      <p:sp>
        <p:nvSpPr>
          <p:cNvPr id="64" name="Text Box 63"/>
          <p:cNvSpPr txBox="1"/>
          <p:nvPr/>
        </p:nvSpPr>
        <p:spPr>
          <a:xfrm>
            <a:off x="1344930" y="1205670"/>
            <a:ext cx="1371600" cy="4212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en-US" sz="1800" b="0" u="none" strike="noStrike">
                <a:solidFill>
                  <a:srgbClr val="000000"/>
                </a:solidFill>
                <a:effectLst/>
                <a:uFillTx/>
                <a:latin typeface="Source Han Sans CN" panose="020B0500000000000000" charset="-122"/>
              </a:rPr>
              <a:t> 输入网格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Source Han Sans CN" panose="020B0500000000000000" charset="-122"/>
            </a:endParaRPr>
          </a:p>
        </p:txBody>
      </p:sp>
      <p:sp>
        <p:nvSpPr>
          <p:cNvPr id="65" name="Text Box 64"/>
          <p:cNvSpPr txBox="1"/>
          <p:nvPr/>
        </p:nvSpPr>
        <p:spPr>
          <a:xfrm>
            <a:off x="9345930" y="1205670"/>
            <a:ext cx="1143000" cy="752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Source Han Sans CN" panose="020B0500000000000000" charset="-122"/>
              </a:rPr>
              <a:t>延拓之后的网格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Source Han Sans CN" panose="020B0500000000000000" charset="-122"/>
            </a:endParaRPr>
          </a:p>
        </p:txBody>
      </p:sp>
      <p:sp>
        <p:nvSpPr>
          <p:cNvPr id="66" name="Text Box 65"/>
          <p:cNvSpPr txBox="1"/>
          <p:nvPr/>
        </p:nvSpPr>
        <p:spPr>
          <a:xfrm>
            <a:off x="5231130" y="1205670"/>
            <a:ext cx="1600200" cy="7520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spAutoFit/>
          </a:bodyPr>
          <a:p>
            <a:r>
              <a:rPr lang="zh-CN" sz="1800" b="0" u="none" strike="noStrike">
                <a:solidFill>
                  <a:srgbClr val="000000"/>
                </a:solidFill>
                <a:effectLst/>
                <a:uFillTx/>
                <a:latin typeface="Source Han Sans CN" panose="020B0500000000000000" charset="-122"/>
              </a:rPr>
              <a:t>聚合之后的混合多面体网格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Source Han Sans CN" panose="020B0500000000000000" charset="-122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</a:majorFont>
      <a:minorFont>
        <a:latin typeface="等线"/>
        <a:ea typeface=""/>
        <a:cs typeface=""/>
      </a:minorFont>
    </a:fontScheme>
    <a:fmtScheme name=""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24</Words>
  <Application>WPS Presentation</Application>
  <PresentationFormat/>
  <Paragraphs>6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20" baseType="lpstr">
      <vt:lpstr>Arial</vt:lpstr>
      <vt:lpstr>SimSun</vt:lpstr>
      <vt:lpstr>Wingdings</vt:lpstr>
      <vt:lpstr>等线 Light</vt:lpstr>
      <vt:lpstr>PF Tempesta Five Condensed</vt:lpstr>
      <vt:lpstr>等线</vt:lpstr>
      <vt:lpstr>Times New Roman</vt:lpstr>
      <vt:lpstr>Arial</vt:lpstr>
      <vt:lpstr>Symbol</vt:lpstr>
      <vt:lpstr>Source Han Sans CN</vt:lpstr>
      <vt:lpstr>SimSun</vt:lpstr>
      <vt:lpstr>思源黑体 CN</vt:lpstr>
      <vt:lpstr>Microsoft YaHei</vt:lpstr>
      <vt:lpstr>Arial Unicode MS</vt:lpstr>
      <vt:lpstr>Calibri</vt:lpstr>
      <vt:lpstr>Trebuchet MS</vt:lpstr>
      <vt:lpstr>Webdings</vt:lpstr>
      <vt:lpstr>Digital Readout Thick Upright</vt:lpstr>
      <vt:lpstr>Office 主题​​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张峻溪</dc:creator>
  <cp:lastModifiedBy>zcy</cp:lastModifiedBy>
  <cp:revision>4</cp:revision>
  <dcterms:created xsi:type="dcterms:W3CDTF">2026-04-14T00:21:58Z</dcterms:created>
  <dcterms:modified xsi:type="dcterms:W3CDTF">2026-04-14T00:21:58Z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/>
  </property>
  <property fmtid="{D5CDD505-2E9C-101B-9397-08002B2CF9AE}" pid="3" name="KSOProductBuildVer">
    <vt:lpwstr>1033-11.1.0.11723</vt:lpwstr>
  </property>
  <property fmtid="{D5CDD505-2E9C-101B-9397-08002B2CF9AE}" pid="4" name="PresentationFormat">
    <vt:lpwstr>宽屏</vt:lpwstr>
  </property>
  <property fmtid="{D5CDD505-2E9C-101B-9397-08002B2CF9AE}" pid="5" name="Slides">
    <vt:i4>1</vt:i4>
  </property>
</Properties>
</file>