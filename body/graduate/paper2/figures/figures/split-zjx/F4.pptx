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960-45AD-4923-9100-C4D50C81DD04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FEE7-8168-48B4-A093-051E0691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783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960-45AD-4923-9100-C4D50C81DD04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FEE7-8168-48B4-A093-051E0691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827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960-45AD-4923-9100-C4D50C81DD04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FEE7-8168-48B4-A093-051E0691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30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960-45AD-4923-9100-C4D50C81DD04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FEE7-8168-48B4-A093-051E0691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288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960-45AD-4923-9100-C4D50C81DD04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FEE7-8168-48B4-A093-051E0691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560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960-45AD-4923-9100-C4D50C81DD04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FEE7-8168-48B4-A093-051E0691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960-45AD-4923-9100-C4D50C81DD04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FEE7-8168-48B4-A093-051E0691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717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960-45AD-4923-9100-C4D50C81DD04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FEE7-8168-48B4-A093-051E0691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972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960-45AD-4923-9100-C4D50C81DD04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FEE7-8168-48B4-A093-051E0691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60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960-45AD-4923-9100-C4D50C81DD04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FEE7-8168-48B4-A093-051E0691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584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960-45AD-4923-9100-C4D50C81DD04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FEE7-8168-48B4-A093-051E0691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083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52960-45AD-4923-9100-C4D50C81DD04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BFEE7-8168-48B4-A093-051E0691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914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" y="107950"/>
            <a:ext cx="5890909" cy="648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278" y="107950"/>
            <a:ext cx="5890909" cy="6480000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5454994" y="3644900"/>
            <a:ext cx="1143000" cy="203200"/>
          </a:xfrm>
          <a:prstGeom prst="rightArrow">
            <a:avLst>
              <a:gd name="adj1" fmla="val 50000"/>
              <a:gd name="adj2" fmla="val 178125"/>
            </a:avLst>
          </a:prstGeom>
          <a:solidFill>
            <a:schemeClr val="bg1">
              <a:lumMod val="85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944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张峻溪</dc:creator>
  <cp:lastModifiedBy>张峻溪</cp:lastModifiedBy>
  <cp:revision>1</cp:revision>
  <dcterms:created xsi:type="dcterms:W3CDTF">2025-05-22T16:29:10Z</dcterms:created>
  <dcterms:modified xsi:type="dcterms:W3CDTF">2025-05-22T16:31:03Z</dcterms:modified>
</cp:coreProperties>
</file>