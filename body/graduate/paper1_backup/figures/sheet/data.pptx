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.xml" ContentType="application/vnd.openxmlformats-officedocument.presentationml.notesSlide+xml"/>
  <Override PartName="/ppt/charts/chart10.xml" ContentType="application/vnd.openxmlformats-officedocument.drawingml.chart+xml"/>
  <Override PartName="/ppt/notesSlides/notesSlide2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3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8" r:id="rId2"/>
    <p:sldId id="277" r:id="rId3"/>
    <p:sldId id="278" r:id="rId4"/>
    <p:sldId id="287" r:id="rId5"/>
    <p:sldId id="288" r:id="rId6"/>
    <p:sldId id="294" r:id="rId7"/>
    <p:sldId id="279" r:id="rId8"/>
    <p:sldId id="272" r:id="rId9"/>
    <p:sldId id="280" r:id="rId10"/>
    <p:sldId id="299" r:id="rId11"/>
    <p:sldId id="300" r:id="rId12"/>
    <p:sldId id="295" r:id="rId13"/>
    <p:sldId id="301" r:id="rId14"/>
    <p:sldId id="302" r:id="rId15"/>
    <p:sldId id="282" r:id="rId16"/>
    <p:sldId id="296" r:id="rId17"/>
    <p:sldId id="297" r:id="rId18"/>
    <p:sldId id="298" r:id="rId19"/>
    <p:sldId id="281" r:id="rId20"/>
    <p:sldId id="283" r:id="rId21"/>
    <p:sldId id="284" r:id="rId22"/>
    <p:sldId id="285" r:id="rId23"/>
    <p:sldId id="286" r:id="rId24"/>
    <p:sldId id="275" r:id="rId25"/>
    <p:sldId id="276" r:id="rId26"/>
    <p:sldId id="273" r:id="rId27"/>
    <p:sldId id="271" r:id="rId28"/>
    <p:sldId id="274" r:id="rId29"/>
    <p:sldId id="291" r:id="rId30"/>
    <p:sldId id="292" r:id="rId31"/>
    <p:sldId id="293" r:id="rId32"/>
  </p:sldIdLst>
  <p:sldSz cx="12192000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hua" initials="T" lastIdx="2" clrIdx="0">
    <p:extLst>
      <p:ext uri="{19B8F6BF-5375-455C-9EA6-DF929625EA0E}">
        <p15:presenceInfo xmlns:p15="http://schemas.microsoft.com/office/powerpoint/2012/main" userId="Tuhu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63CF"/>
    <a:srgbClr val="70319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5" autoAdjust="0"/>
    <p:restoredTop sz="96387" autoAdjust="0"/>
  </p:normalViewPr>
  <p:slideViewPr>
    <p:cSldViewPr snapToGrid="0">
      <p:cViewPr>
        <p:scale>
          <a:sx n="125" d="100"/>
          <a:sy n="125" d="100"/>
        </p:scale>
        <p:origin x="-48" y="-63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data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compare_precondition_single_chain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compare_precondition_single_chain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timing_helix_gravity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PCG%20iterations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PCG%20iterations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compare_precondition_single_chain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ConsManifold\sheet\data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_new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_new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_new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_new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_new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_new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energy_plot_damping_new_long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energy_plot_damping_new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energy_plot_damping_new_long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energy_plot_dmaping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.xlsx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.xlsx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violation.xlsx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data.xlsx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data.xlsx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ConsManifold\sheet\data.xlsx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ConsManifold\sheet\data.xlsx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ConsManifold\sheet\data.xlsx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penalty_timeing.xlsx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penalty_timeing.xlsx" TargetMode="External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oleObject" Target="file:///E:\Github_project\For_Chongyao\funannongwu\ConsManifold\sheet\redMax-timeste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Sheet4!$A$1</c:f>
              <c:strCache>
                <c:ptCount val="1"/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Sheet4!$A$2:$A$11</c:f>
              <c:numCache>
                <c:formatCode>General</c:formatCode>
                <c:ptCount val="10"/>
                <c:pt idx="0">
                  <c:v>-0.57724605869865198</c:v>
                </c:pt>
                <c:pt idx="1">
                  <c:v>-1.9086848403027801</c:v>
                </c:pt>
                <c:pt idx="2">
                  <c:v>-2.5855280503707001</c:v>
                </c:pt>
                <c:pt idx="3">
                  <c:v>-2.43332686239388</c:v>
                </c:pt>
                <c:pt idx="4">
                  <c:v>-3.06033101647767</c:v>
                </c:pt>
                <c:pt idx="5">
                  <c:v>-3.1432711096171202</c:v>
                </c:pt>
                <c:pt idx="6">
                  <c:v>-3.3556599011736798</c:v>
                </c:pt>
                <c:pt idx="7">
                  <c:v>-3.2216316566441301</c:v>
                </c:pt>
                <c:pt idx="8">
                  <c:v>-3.4523483416400298</c:v>
                </c:pt>
                <c:pt idx="9">
                  <c:v>-3.59328954139021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2D-46B0-B121-21F66DE94037}"/>
            </c:ext>
          </c:extLst>
        </c:ser>
        <c:ser>
          <c:idx val="1"/>
          <c:order val="1"/>
          <c:tx>
            <c:strRef>
              <c:f>Sheet4!$B$1</c:f>
              <c:strCache>
                <c:ptCount val="1"/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val>
            <c:numRef>
              <c:f>Sheet4!$B$2:$B$11</c:f>
              <c:numCache>
                <c:formatCode>General</c:formatCode>
                <c:ptCount val="10"/>
                <c:pt idx="0">
                  <c:v>-0.33077612606919399</c:v>
                </c:pt>
                <c:pt idx="1">
                  <c:v>-0.70509308939480797</c:v>
                </c:pt>
                <c:pt idx="2">
                  <c:v>-0.77417400853810703</c:v>
                </c:pt>
                <c:pt idx="3">
                  <c:v>-1.16723569505947</c:v>
                </c:pt>
                <c:pt idx="4">
                  <c:v>-1.5301779840218399</c:v>
                </c:pt>
                <c:pt idx="5">
                  <c:v>-1.3392293564722999</c:v>
                </c:pt>
                <c:pt idx="6">
                  <c:v>-1.4947143258558699</c:v>
                </c:pt>
                <c:pt idx="7">
                  <c:v>-1.46533942417156</c:v>
                </c:pt>
                <c:pt idx="8">
                  <c:v>-1.4910664739499699</c:v>
                </c:pt>
                <c:pt idx="9">
                  <c:v>-1.4681380509041899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2D-46B0-B121-21F66DE94037}"/>
            </c:ext>
          </c:extLst>
        </c:ser>
        <c:ser>
          <c:idx val="2"/>
          <c:order val="2"/>
          <c:tx>
            <c:strRef>
              <c:f>Sheet4!$C$1</c:f>
              <c:strCache>
                <c:ptCount val="1"/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Sheet4!$C$2:$C$11</c:f>
              <c:numCache>
                <c:formatCode>General</c:formatCode>
                <c:ptCount val="10"/>
                <c:pt idx="0">
                  <c:v>-0.29834568267425199</c:v>
                </c:pt>
                <c:pt idx="1">
                  <c:v>-0.71919407160633297</c:v>
                </c:pt>
                <c:pt idx="2">
                  <c:v>-0.73565449294990803</c:v>
                </c:pt>
                <c:pt idx="3">
                  <c:v>-1.1444808443322001</c:v>
                </c:pt>
                <c:pt idx="4">
                  <c:v>-1.3990271043132501</c:v>
                </c:pt>
                <c:pt idx="5">
                  <c:v>-1.1582027011256399</c:v>
                </c:pt>
                <c:pt idx="6">
                  <c:v>-1.32239304727951</c:v>
                </c:pt>
                <c:pt idx="7">
                  <c:v>-1.2397283394579399</c:v>
                </c:pt>
                <c:pt idx="8">
                  <c:v>-1.2876028685932901</c:v>
                </c:pt>
                <c:pt idx="9">
                  <c:v>-1.2438204831561901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2D-46B0-B121-21F66DE94037}"/>
            </c:ext>
          </c:extLst>
        </c:ser>
        <c:ser>
          <c:idx val="3"/>
          <c:order val="3"/>
          <c:tx>
            <c:strRef>
              <c:f>Sheet4!$D$1</c:f>
              <c:strCache>
                <c:ptCount val="1"/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Sheet4!$D$2:$D$11</c:f>
              <c:numCache>
                <c:formatCode>General</c:formatCode>
                <c:ptCount val="10"/>
                <c:pt idx="0">
                  <c:v>-0.29115436195182098</c:v>
                </c:pt>
                <c:pt idx="1">
                  <c:v>-0.19375217280421</c:v>
                </c:pt>
                <c:pt idx="2">
                  <c:v>-0.124186611160242</c:v>
                </c:pt>
                <c:pt idx="3">
                  <c:v>-0.44490555142168098</c:v>
                </c:pt>
                <c:pt idx="4">
                  <c:v>-0.85294232897164002</c:v>
                </c:pt>
                <c:pt idx="5">
                  <c:v>-0.56240796774603896</c:v>
                </c:pt>
                <c:pt idx="6">
                  <c:v>-0.76371472255197104</c:v>
                </c:pt>
                <c:pt idx="7">
                  <c:v>-0.61906553666929798</c:v>
                </c:pt>
                <c:pt idx="8">
                  <c:v>-0.70774392864352398</c:v>
                </c:pt>
                <c:pt idx="9">
                  <c:v>-0.63601217025150902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2D-46B0-B121-21F66DE940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1"/>
        <c:noMultiLvlLbl val="0"/>
      </c:catAx>
      <c:valAx>
        <c:axId val="651974152"/>
        <c:scaling>
          <c:orientation val="minMax"/>
          <c:max val="0"/>
          <c:min val="-4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1"/>
      </c:valAx>
    </c:plotArea>
    <c:legend>
      <c:legendPos val="b"/>
      <c:layout>
        <c:manualLayout>
          <c:xMode val="edge"/>
          <c:yMode val="edge"/>
          <c:x val="5.165805975225287E-2"/>
          <c:y val="0.39012737378415935"/>
          <c:w val="4.8768695093339698E-2"/>
          <c:h val="0.422791029797745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our</c:v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Sheet1!$G$2:$G$10</c:f>
              <c:numCache>
                <c:formatCode>General</c:formatCode>
                <c:ptCount val="9"/>
                <c:pt idx="0">
                  <c:v>10.715151515151515</c:v>
                </c:pt>
                <c:pt idx="1">
                  <c:v>10.002020202020201</c:v>
                </c:pt>
                <c:pt idx="2">
                  <c:v>9.9878787878787882</c:v>
                </c:pt>
                <c:pt idx="3">
                  <c:v>9.9333333333333336</c:v>
                </c:pt>
                <c:pt idx="4">
                  <c:v>9.8565656565656568</c:v>
                </c:pt>
                <c:pt idx="5">
                  <c:v>9.8202020202020197</c:v>
                </c:pt>
                <c:pt idx="6">
                  <c:v>9.7252525252525253</c:v>
                </c:pt>
                <c:pt idx="7">
                  <c:v>9.6363636363636367</c:v>
                </c:pt>
                <c:pt idx="8">
                  <c:v>9.5414141414141422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AB-4D34-8AC8-BF491CB718B4}"/>
            </c:ext>
          </c:extLst>
        </c:ser>
        <c:ser>
          <c:idx val="1"/>
          <c:order val="1"/>
          <c:tx>
            <c:v>block diagonal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Sheet1!$G$11:$G$19</c:f>
              <c:numCache>
                <c:formatCode>General</c:formatCode>
                <c:ptCount val="9"/>
                <c:pt idx="0">
                  <c:v>169.75757575757575</c:v>
                </c:pt>
                <c:pt idx="1">
                  <c:v>336.21212121212119</c:v>
                </c:pt>
                <c:pt idx="2">
                  <c:v>499.66464646464647</c:v>
                </c:pt>
                <c:pt idx="3">
                  <c:v>660.02828282828284</c:v>
                </c:pt>
                <c:pt idx="4">
                  <c:v>820.030303030303</c:v>
                </c:pt>
                <c:pt idx="5">
                  <c:v>978.54949494949494</c:v>
                </c:pt>
                <c:pt idx="6">
                  <c:v>1135.8666666666666</c:v>
                </c:pt>
                <c:pt idx="7">
                  <c:v>1292.860606060606</c:v>
                </c:pt>
                <c:pt idx="8">
                  <c:v>1449.6767676767677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AB-4D34-8AC8-BF491CB718B4}"/>
            </c:ext>
          </c:extLst>
        </c:ser>
        <c:ser>
          <c:idx val="2"/>
          <c:order val="2"/>
          <c:tx>
            <c:v>diagonal</c:v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Sheet1!$G$20:$G$28</c:f>
              <c:numCache>
                <c:formatCode>General</c:formatCode>
                <c:ptCount val="9"/>
                <c:pt idx="0">
                  <c:v>328.8868686868687</c:v>
                </c:pt>
                <c:pt idx="1">
                  <c:v>693.75353535353531</c:v>
                </c:pt>
                <c:pt idx="2">
                  <c:v>1056.8323232323232</c:v>
                </c:pt>
                <c:pt idx="3">
                  <c:v>1416.8161616161617</c:v>
                </c:pt>
                <c:pt idx="4">
                  <c:v>1771.6323232323232</c:v>
                </c:pt>
                <c:pt idx="5">
                  <c:v>2121.5313131313133</c:v>
                </c:pt>
                <c:pt idx="6">
                  <c:v>2470.2282828282828</c:v>
                </c:pt>
                <c:pt idx="7">
                  <c:v>2816.7434343434343</c:v>
                </c:pt>
                <c:pt idx="8">
                  <c:v>3160.4626262626261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AB-4D34-8AC8-BF491CB718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1"/>
        <c:noMultiLvlLbl val="0"/>
      </c:catAx>
      <c:valAx>
        <c:axId val="651974152"/>
        <c:scaling>
          <c:logBase val="10"/>
          <c:orientation val="minMax"/>
          <c:max val="10000"/>
          <c:min val="1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0.25"/>
      </c:valAx>
    </c:plotArea>
    <c:legend>
      <c:legendPos val="b"/>
      <c:layout>
        <c:manualLayout>
          <c:xMode val="edge"/>
          <c:yMode val="edge"/>
          <c:x val="0.4436519691220725"/>
          <c:y val="0.32423512109803132"/>
          <c:w val="0.27106185901482432"/>
          <c:h val="0.230336924937479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our</c:v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Sheet1!$H$2:$H$10</c:f>
              <c:numCache>
                <c:formatCode>General</c:formatCode>
                <c:ptCount val="9"/>
                <c:pt idx="0">
                  <c:v>2.5170909090909088E-4</c:v>
                </c:pt>
                <c:pt idx="1">
                  <c:v>4.0355555555555555E-4</c:v>
                </c:pt>
                <c:pt idx="2">
                  <c:v>5.3161414141414149E-4</c:v>
                </c:pt>
                <c:pt idx="3">
                  <c:v>5.981757575757576E-4</c:v>
                </c:pt>
                <c:pt idx="4">
                  <c:v>6.7277979797979799E-4</c:v>
                </c:pt>
                <c:pt idx="5">
                  <c:v>7.8139393939393939E-4</c:v>
                </c:pt>
                <c:pt idx="6">
                  <c:v>8.545737373737394E-4</c:v>
                </c:pt>
                <c:pt idx="7">
                  <c:v>9.6467878787878582E-4</c:v>
                </c:pt>
                <c:pt idx="8">
                  <c:v>1.0493434343434344E-3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767-4B2B-9FCB-4997BD0E7E0E}"/>
            </c:ext>
          </c:extLst>
        </c:ser>
        <c:ser>
          <c:idx val="1"/>
          <c:order val="1"/>
          <c:tx>
            <c:v>block diagonal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Sheet1!$H$11:$H$19</c:f>
              <c:numCache>
                <c:formatCode>General</c:formatCode>
                <c:ptCount val="9"/>
                <c:pt idx="0">
                  <c:v>4.2957656565656569E-3</c:v>
                </c:pt>
                <c:pt idx="1">
                  <c:v>1.1944337373737374E-2</c:v>
                </c:pt>
                <c:pt idx="2">
                  <c:v>2.0642034343434344E-2</c:v>
                </c:pt>
                <c:pt idx="3">
                  <c:v>3.3057672727272731E-2</c:v>
                </c:pt>
                <c:pt idx="4">
                  <c:v>4.7247509090909086E-2</c:v>
                </c:pt>
                <c:pt idx="5">
                  <c:v>6.0203311111111109E-2</c:v>
                </c:pt>
                <c:pt idx="6">
                  <c:v>7.3901357575757581E-2</c:v>
                </c:pt>
                <c:pt idx="7">
                  <c:v>9.7594301010100803E-2</c:v>
                </c:pt>
                <c:pt idx="8">
                  <c:v>0.11508249090909091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67-4B2B-9FCB-4997BD0E7E0E}"/>
            </c:ext>
          </c:extLst>
        </c:ser>
        <c:ser>
          <c:idx val="2"/>
          <c:order val="2"/>
          <c:tx>
            <c:v>diagonal</c:v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Sheet1!$H$20:$H$28</c:f>
              <c:numCache>
                <c:formatCode>General</c:formatCode>
                <c:ptCount val="9"/>
                <c:pt idx="0">
                  <c:v>7.151743434343434E-3</c:v>
                </c:pt>
                <c:pt idx="1">
                  <c:v>2.4720290909090909E-2</c:v>
                </c:pt>
                <c:pt idx="2">
                  <c:v>4.305191717171717E-2</c:v>
                </c:pt>
                <c:pt idx="3">
                  <c:v>6.5718898989898994E-2</c:v>
                </c:pt>
                <c:pt idx="4">
                  <c:v>9.4279814141414148E-2</c:v>
                </c:pt>
                <c:pt idx="5">
                  <c:v>0.12266822626262626</c:v>
                </c:pt>
                <c:pt idx="6">
                  <c:v>0.16051695353535375</c:v>
                </c:pt>
                <c:pt idx="7">
                  <c:v>0.2023971494949495</c:v>
                </c:pt>
                <c:pt idx="8">
                  <c:v>0.24289418383838382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767-4B2B-9FCB-4997BD0E7E0E}"/>
            </c:ext>
          </c:extLst>
        </c:ser>
        <c:ser>
          <c:idx val="3"/>
          <c:order val="3"/>
          <c:tx>
            <c:v>dense factorize</c:v>
          </c:tx>
          <c:spPr>
            <a:ln>
              <a:solidFill>
                <a:schemeClr val="accent6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Sheet1!$H$29:$H$37</c:f>
              <c:numCache>
                <c:formatCode>General</c:formatCode>
                <c:ptCount val="9"/>
                <c:pt idx="0">
                  <c:v>2.6132323232323233E-3</c:v>
                </c:pt>
                <c:pt idx="1">
                  <c:v>8.7729636363636353E-3</c:v>
                </c:pt>
                <c:pt idx="2">
                  <c:v>2.1141397979797982E-2</c:v>
                </c:pt>
                <c:pt idx="3">
                  <c:v>4.1260080808080808E-2</c:v>
                </c:pt>
                <c:pt idx="4">
                  <c:v>7.1632626262626273E-2</c:v>
                </c:pt>
                <c:pt idx="5">
                  <c:v>0.11089019191919192</c:v>
                </c:pt>
                <c:pt idx="6">
                  <c:v>0.16190328686868688</c:v>
                </c:pt>
                <c:pt idx="7">
                  <c:v>0.23923844040404041</c:v>
                </c:pt>
                <c:pt idx="8">
                  <c:v>0.31538814343434346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767-4B2B-9FCB-4997BD0E7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1"/>
        <c:noMultiLvlLbl val="0"/>
      </c:catAx>
      <c:valAx>
        <c:axId val="651974152"/>
        <c:scaling>
          <c:logBase val="10"/>
          <c:orientation val="minMax"/>
          <c:max val="1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0.25"/>
      </c:valAx>
    </c:plotArea>
    <c:legend>
      <c:legendPos val="b"/>
      <c:layout>
        <c:manualLayout>
          <c:xMode val="edge"/>
          <c:yMode val="edge"/>
          <c:x val="0.51730211286864303"/>
          <c:y val="0.30462950479540662"/>
          <c:w val="0.35386741631687268"/>
          <c:h val="0.4002525577388774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Sheet1!$J$1:$J$9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Sheet1!$X$11:$AF$11</c:f>
              <c:numCache>
                <c:formatCode>General</c:formatCode>
                <c:ptCount val="9"/>
                <c:pt idx="0">
                  <c:v>3.8675999999999997E-3</c:v>
                </c:pt>
                <c:pt idx="1">
                  <c:v>7.1806000000000005E-3</c:v>
                </c:pt>
                <c:pt idx="2">
                  <c:v>1.0702700000000001E-2</c:v>
                </c:pt>
                <c:pt idx="3">
                  <c:v>1.4288200000000001E-2</c:v>
                </c:pt>
                <c:pt idx="4">
                  <c:v>1.7792899999999997E-2</c:v>
                </c:pt>
                <c:pt idx="5">
                  <c:v>2.1610399999999998E-2</c:v>
                </c:pt>
                <c:pt idx="6">
                  <c:v>2.5412599999999997E-2</c:v>
                </c:pt>
                <c:pt idx="7">
                  <c:v>2.9518999999999997E-2</c:v>
                </c:pt>
                <c:pt idx="8">
                  <c:v>3.2824399999999997E-2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37-44C0-9A72-396598E712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1"/>
        <c:noMultiLvlLbl val="0"/>
      </c:catAx>
      <c:valAx>
        <c:axId val="651974152"/>
        <c:scaling>
          <c:orientation val="minMax"/>
          <c:max val="4.0000000000000008E-2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8.0000000000000019E-3"/>
      </c:valAx>
    </c:plotArea>
    <c:legend>
      <c:legendPos val="b"/>
      <c:layout>
        <c:manualLayout>
          <c:xMode val="edge"/>
          <c:yMode val="edge"/>
          <c:x val="0.11207660639292077"/>
          <c:y val="2.8804177966870663E-3"/>
          <c:w val="0.11258636441295651"/>
          <c:h val="0.422791029797745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rnd" cmpd="sng" algn="ctr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Sheet1!$Q$20:$Q$29</c:f>
              <c:numCache>
                <c:formatCode>General</c:formatCode>
                <c:ptCount val="10"/>
                <c:pt idx="0">
                  <c:v>200</c:v>
                </c:pt>
                <c:pt idx="1">
                  <c:v>155</c:v>
                </c:pt>
                <c:pt idx="2">
                  <c:v>140</c:v>
                </c:pt>
                <c:pt idx="3">
                  <c:v>123</c:v>
                </c:pt>
                <c:pt idx="4">
                  <c:v>119</c:v>
                </c:pt>
                <c:pt idx="5">
                  <c:v>247</c:v>
                </c:pt>
                <c:pt idx="6">
                  <c:v>549</c:v>
                </c:pt>
                <c:pt idx="7">
                  <c:v>1180</c:v>
                </c:pt>
                <c:pt idx="8">
                  <c:v>2723</c:v>
                </c:pt>
                <c:pt idx="9">
                  <c:v>3014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2A-4A0B-B4CE-05492A041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</c:lineChart>
      <c:catAx>
        <c:axId val="651973824"/>
        <c:scaling>
          <c:orientation val="minMax"/>
        </c:scaling>
        <c:delete val="0"/>
        <c:axPos val="b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1"/>
        <c:noMultiLvlLbl val="0"/>
      </c:catAx>
      <c:valAx>
        <c:axId val="651974152"/>
        <c:scaling>
          <c:orientation val="minMax"/>
          <c:max val="3500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700"/>
      </c:valAx>
    </c:plotArea>
    <c:legend>
      <c:legendPos val="b"/>
      <c:layout>
        <c:manualLayout>
          <c:xMode val="edge"/>
          <c:yMode val="edge"/>
          <c:x val="0.14910657226990792"/>
          <c:y val="1.2938566756517824E-2"/>
          <c:w val="0.24785351795000313"/>
          <c:h val="0.422791029797746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rnd" cmpd="sng" algn="ctr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cat>
            <c:numRef>
              <c:f>Sheet1!$S$20:$S$29</c:f>
              <c:numCache>
                <c:formatCode>0.00E+00</c:formatCode>
                <c:ptCount val="10"/>
                <c:pt idx="0">
                  <c:v>1E-4</c:v>
                </c:pt>
                <c:pt idx="1">
                  <c:v>1000</c:v>
                </c:pt>
                <c:pt idx="2">
                  <c:v>0.01</c:v>
                </c:pt>
                <c:pt idx="3">
                  <c:v>0.1</c:v>
                </c:pt>
                <c:pt idx="4" formatCode="General">
                  <c:v>0</c:v>
                </c:pt>
                <c:pt idx="5">
                  <c:v>10</c:v>
                </c:pt>
                <c:pt idx="6">
                  <c:v>100</c:v>
                </c:pt>
                <c:pt idx="7">
                  <c:v>1000</c:v>
                </c:pt>
                <c:pt idx="8">
                  <c:v>10000</c:v>
                </c:pt>
                <c:pt idx="9">
                  <c:v>100000</c:v>
                </c:pt>
              </c:numCache>
            </c:numRef>
          </c:cat>
          <c:val>
            <c:numRef>
              <c:f>Sheet1!$V$20:$V$29</c:f>
              <c:numCache>
                <c:formatCode>General</c:formatCode>
                <c:ptCount val="10"/>
                <c:pt idx="0">
                  <c:v>19</c:v>
                </c:pt>
                <c:pt idx="1">
                  <c:v>20</c:v>
                </c:pt>
                <c:pt idx="2">
                  <c:v>18</c:v>
                </c:pt>
                <c:pt idx="3">
                  <c:v>16</c:v>
                </c:pt>
                <c:pt idx="4">
                  <c:v>16</c:v>
                </c:pt>
                <c:pt idx="5">
                  <c:v>14</c:v>
                </c:pt>
                <c:pt idx="6">
                  <c:v>13</c:v>
                </c:pt>
                <c:pt idx="7">
                  <c:v>12</c:v>
                </c:pt>
                <c:pt idx="8">
                  <c:v>11</c:v>
                </c:pt>
                <c:pt idx="9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CF9-499B-A17F-F68C464D0A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</c:lineChart>
      <c:catAx>
        <c:axId val="651973824"/>
        <c:scaling>
          <c:orientation val="minMax"/>
        </c:scaling>
        <c:delete val="0"/>
        <c:axPos val="b"/>
        <c:numFmt formatCode="0.00E+00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1"/>
        <c:noMultiLvlLbl val="0"/>
      </c:catAx>
      <c:valAx>
        <c:axId val="651974152"/>
        <c:scaling>
          <c:orientation val="minMax"/>
          <c:max val="25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5"/>
      </c:valAx>
    </c:plotArea>
    <c:legend>
      <c:legendPos val="b"/>
      <c:layout>
        <c:manualLayout>
          <c:xMode val="edge"/>
          <c:yMode val="edge"/>
          <c:x val="0.14910653984946343"/>
          <c:y val="1.0158292476950529E-4"/>
          <c:w val="0.24785351795000313"/>
          <c:h val="0.320096387539363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v>our</c:v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Sheet1!$I$2:$I$10</c:f>
              <c:numCache>
                <c:formatCode>General</c:formatCode>
                <c:ptCount val="9"/>
                <c:pt idx="0">
                  <c:v>9.8490909090909092E-5</c:v>
                </c:pt>
                <c:pt idx="1">
                  <c:v>1.6140000000000002E-4</c:v>
                </c:pt>
                <c:pt idx="2">
                  <c:v>2.3856363636363636E-4</c:v>
                </c:pt>
                <c:pt idx="3">
                  <c:v>2.9904444444444446E-4</c:v>
                </c:pt>
                <c:pt idx="4">
                  <c:v>3.4684040404040406E-4</c:v>
                </c:pt>
                <c:pt idx="5">
                  <c:v>4.3862828282828286E-4</c:v>
                </c:pt>
                <c:pt idx="6">
                  <c:v>4.9017777777777779E-4</c:v>
                </c:pt>
                <c:pt idx="7">
                  <c:v>5.7491919191919193E-4</c:v>
                </c:pt>
                <c:pt idx="8">
                  <c:v>6.2690707070707074E-4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A0-4E75-BD1E-83196436E54A}"/>
            </c:ext>
          </c:extLst>
        </c:ser>
        <c:ser>
          <c:idx val="1"/>
          <c:order val="1"/>
          <c:tx>
            <c:v>block diagonal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Sheet1!$I$11:$I$19</c:f>
              <c:numCache>
                <c:formatCode>General</c:formatCode>
                <c:ptCount val="9"/>
                <c:pt idx="0">
                  <c:v>6.5317171717171717E-5</c:v>
                </c:pt>
                <c:pt idx="1">
                  <c:v>1.2155555555555575E-4</c:v>
                </c:pt>
                <c:pt idx="2">
                  <c:v>1.7767272727272748E-4</c:v>
                </c:pt>
                <c:pt idx="3">
                  <c:v>2.2093131313131312E-4</c:v>
                </c:pt>
                <c:pt idx="4">
                  <c:v>2.7176161616161617E-4</c:v>
                </c:pt>
                <c:pt idx="5">
                  <c:v>3.1093535353535353E-4</c:v>
                </c:pt>
                <c:pt idx="6">
                  <c:v>3.5558787878787882E-4</c:v>
                </c:pt>
                <c:pt idx="7">
                  <c:v>4.4056161616161615E-4</c:v>
                </c:pt>
                <c:pt idx="8">
                  <c:v>4.7441818181818182E-4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A0-4E75-BD1E-83196436E54A}"/>
            </c:ext>
          </c:extLst>
        </c:ser>
        <c:ser>
          <c:idx val="2"/>
          <c:order val="2"/>
          <c:tx>
            <c:v>diagonal</c:v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Sheet1!$I$20:$I$28</c:f>
              <c:numCache>
                <c:formatCode>General</c:formatCode>
                <c:ptCount val="9"/>
                <c:pt idx="0">
                  <c:v>6.2939393939393938E-5</c:v>
                </c:pt>
                <c:pt idx="1">
                  <c:v>1.2371313131313131E-4</c:v>
                </c:pt>
                <c:pt idx="2">
                  <c:v>1.7184242424242424E-4</c:v>
                </c:pt>
                <c:pt idx="3">
                  <c:v>2.1744444444444442E-4</c:v>
                </c:pt>
                <c:pt idx="4">
                  <c:v>2.827373737373737E-4</c:v>
                </c:pt>
                <c:pt idx="5">
                  <c:v>3.0737777777777779E-4</c:v>
                </c:pt>
                <c:pt idx="6">
                  <c:v>3.7195757575757575E-4</c:v>
                </c:pt>
                <c:pt idx="7">
                  <c:v>4.2298989898989899E-4</c:v>
                </c:pt>
                <c:pt idx="8">
                  <c:v>4.6577373737373737E-4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A0-4E75-BD1E-83196436E54A}"/>
            </c:ext>
          </c:extLst>
        </c:ser>
        <c:ser>
          <c:idx val="3"/>
          <c:order val="3"/>
          <c:tx>
            <c:v>dense factorize</c:v>
          </c:tx>
          <c:spPr>
            <a:ln>
              <a:solidFill>
                <a:schemeClr val="accent6"/>
              </a:solidFill>
            </a:ln>
          </c:spPr>
          <c:marker>
            <c:symbol val="none"/>
          </c:marker>
          <c:cat>
            <c:numRef>
              <c:f>Sheet1!$J$2:$J$10</c:f>
              <c:numCache>
                <c:formatCode>General</c:formatCode>
                <c:ptCount val="9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</c:numCache>
            </c:numRef>
          </c:cat>
          <c:val>
            <c:numRef>
              <c:f>Sheet1!$I$29:$I$37</c:f>
              <c:numCache>
                <c:formatCode>General</c:formatCode>
                <c:ptCount val="9"/>
                <c:pt idx="0">
                  <c:v>8.9318020202020214E-3</c:v>
                </c:pt>
                <c:pt idx="1">
                  <c:v>2.3367898989898991E-2</c:v>
                </c:pt>
                <c:pt idx="2">
                  <c:v>4.1699856565656564E-2</c:v>
                </c:pt>
                <c:pt idx="3">
                  <c:v>6.3900325252525259E-2</c:v>
                </c:pt>
                <c:pt idx="4">
                  <c:v>8.8728242424242418E-2</c:v>
                </c:pt>
                <c:pt idx="5">
                  <c:v>0.11669171313131313</c:v>
                </c:pt>
                <c:pt idx="6">
                  <c:v>0.15547845454545453</c:v>
                </c:pt>
                <c:pt idx="7">
                  <c:v>0.19316416161616162</c:v>
                </c:pt>
                <c:pt idx="8">
                  <c:v>0.23421933333333333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A0-4E75-BD1E-83196436E5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1"/>
        <c:noMultiLvlLbl val="0"/>
      </c:catAx>
      <c:valAx>
        <c:axId val="651974152"/>
        <c:scaling>
          <c:logBase val="10"/>
          <c:orientation val="minMax"/>
          <c:max val="1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0.25"/>
      </c:valAx>
    </c:plotArea>
    <c:legend>
      <c:legendPos val="b"/>
      <c:layout>
        <c:manualLayout>
          <c:xMode val="edge"/>
          <c:yMode val="edge"/>
          <c:x val="0.14887470613874629"/>
          <c:y val="2.0486214286135965E-2"/>
          <c:w val="0.21976340558717114"/>
          <c:h val="0.517236323993301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Sheet6!$B$1</c:f>
              <c:strCache>
                <c:ptCount val="1"/>
                <c:pt idx="0">
                  <c:v>inex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Sheet6!$B$2:$B$101</c:f>
              <c:numCache>
                <c:formatCode>General</c:formatCode>
                <c:ptCount val="100"/>
                <c:pt idx="0">
                  <c:v>0</c:v>
                </c:pt>
                <c:pt idx="1">
                  <c:v>-0.10025199999999999</c:v>
                </c:pt>
                <c:pt idx="2">
                  <c:v>-0.109775</c:v>
                </c:pt>
                <c:pt idx="3">
                  <c:v>-0.107028</c:v>
                </c:pt>
                <c:pt idx="4">
                  <c:v>-9.7846000000000002E-2</c:v>
                </c:pt>
                <c:pt idx="5">
                  <c:v>-9.2910999999999994E-2</c:v>
                </c:pt>
                <c:pt idx="6">
                  <c:v>-9.9912000000000001E-2</c:v>
                </c:pt>
                <c:pt idx="7">
                  <c:v>-0.101493</c:v>
                </c:pt>
                <c:pt idx="8">
                  <c:v>-9.4926999999999997E-2</c:v>
                </c:pt>
                <c:pt idx="9">
                  <c:v>-9.6257999999999996E-2</c:v>
                </c:pt>
                <c:pt idx="10">
                  <c:v>-9.9205000000000002E-2</c:v>
                </c:pt>
                <c:pt idx="11">
                  <c:v>-0.10141799999999999</c:v>
                </c:pt>
                <c:pt idx="12">
                  <c:v>-0.10180599999999999</c:v>
                </c:pt>
                <c:pt idx="13">
                  <c:v>-0.102423</c:v>
                </c:pt>
                <c:pt idx="14">
                  <c:v>-0.10205699999999999</c:v>
                </c:pt>
                <c:pt idx="15">
                  <c:v>-0.10141600000000001</c:v>
                </c:pt>
                <c:pt idx="16">
                  <c:v>-0.101391</c:v>
                </c:pt>
                <c:pt idx="17">
                  <c:v>-0.101525</c:v>
                </c:pt>
                <c:pt idx="18">
                  <c:v>-0.101174</c:v>
                </c:pt>
                <c:pt idx="19">
                  <c:v>-0.101287</c:v>
                </c:pt>
                <c:pt idx="20">
                  <c:v>-0.100677</c:v>
                </c:pt>
                <c:pt idx="21">
                  <c:v>-0.100498</c:v>
                </c:pt>
                <c:pt idx="22">
                  <c:v>-9.9963999999999997E-2</c:v>
                </c:pt>
                <c:pt idx="23">
                  <c:v>-9.9339999999999998E-2</c:v>
                </c:pt>
                <c:pt idx="24">
                  <c:v>-9.9150000000000002E-2</c:v>
                </c:pt>
                <c:pt idx="25">
                  <c:v>-9.8618999999999998E-2</c:v>
                </c:pt>
                <c:pt idx="26">
                  <c:v>-9.8101999999999995E-2</c:v>
                </c:pt>
                <c:pt idx="27">
                  <c:v>-9.7823999999999994E-2</c:v>
                </c:pt>
                <c:pt idx="28">
                  <c:v>-9.7350000000000006E-2</c:v>
                </c:pt>
                <c:pt idx="29">
                  <c:v>-9.6812999999999996E-2</c:v>
                </c:pt>
                <c:pt idx="30">
                  <c:v>-9.6487000000000003E-2</c:v>
                </c:pt>
                <c:pt idx="31">
                  <c:v>-9.6083000000000002E-2</c:v>
                </c:pt>
                <c:pt idx="32">
                  <c:v>-9.5614000000000005E-2</c:v>
                </c:pt>
                <c:pt idx="33">
                  <c:v>-9.536E-2</c:v>
                </c:pt>
                <c:pt idx="34">
                  <c:v>-9.4968999999999998E-2</c:v>
                </c:pt>
                <c:pt idx="35">
                  <c:v>-9.4534000000000007E-2</c:v>
                </c:pt>
                <c:pt idx="36">
                  <c:v>-9.4313999999999995E-2</c:v>
                </c:pt>
                <c:pt idx="37">
                  <c:v>-9.3937000000000007E-2</c:v>
                </c:pt>
                <c:pt idx="38">
                  <c:v>-9.3548000000000006E-2</c:v>
                </c:pt>
                <c:pt idx="39">
                  <c:v>-9.3287999999999996E-2</c:v>
                </c:pt>
                <c:pt idx="40">
                  <c:v>-9.3129000000000003E-2</c:v>
                </c:pt>
                <c:pt idx="41">
                  <c:v>-9.282E-2</c:v>
                </c:pt>
                <c:pt idx="42">
                  <c:v>-9.2502000000000001E-2</c:v>
                </c:pt>
                <c:pt idx="43">
                  <c:v>-9.2286999999999994E-2</c:v>
                </c:pt>
                <c:pt idx="44">
                  <c:v>-9.2004000000000002E-2</c:v>
                </c:pt>
                <c:pt idx="45">
                  <c:v>-9.1721999999999998E-2</c:v>
                </c:pt>
                <c:pt idx="46">
                  <c:v>-9.1478000000000004E-2</c:v>
                </c:pt>
                <c:pt idx="47">
                  <c:v>-9.1283000000000003E-2</c:v>
                </c:pt>
                <c:pt idx="48">
                  <c:v>-9.1153999999999999E-2</c:v>
                </c:pt>
                <c:pt idx="49">
                  <c:v>-9.0917999999999999E-2</c:v>
                </c:pt>
                <c:pt idx="50">
                  <c:v>-9.0775999999999996E-2</c:v>
                </c:pt>
                <c:pt idx="51">
                  <c:v>-9.0590000000000004E-2</c:v>
                </c:pt>
                <c:pt idx="52">
                  <c:v>-9.0387999999999996E-2</c:v>
                </c:pt>
                <c:pt idx="53">
                  <c:v>-9.0188000000000004E-2</c:v>
                </c:pt>
                <c:pt idx="54">
                  <c:v>-8.9997999999999995E-2</c:v>
                </c:pt>
                <c:pt idx="55">
                  <c:v>-8.9824000000000001E-2</c:v>
                </c:pt>
                <c:pt idx="56">
                  <c:v>-8.9667999999999998E-2</c:v>
                </c:pt>
                <c:pt idx="57">
                  <c:v>-8.9529999999999998E-2</c:v>
                </c:pt>
                <c:pt idx="58">
                  <c:v>-8.9410000000000003E-2</c:v>
                </c:pt>
                <c:pt idx="59">
                  <c:v>-8.9306999999999997E-2</c:v>
                </c:pt>
                <c:pt idx="60">
                  <c:v>-8.9220999999999995E-2</c:v>
                </c:pt>
                <c:pt idx="61">
                  <c:v>-8.9149000000000006E-2</c:v>
                </c:pt>
                <c:pt idx="62">
                  <c:v>-8.9090000000000003E-2</c:v>
                </c:pt>
                <c:pt idx="63">
                  <c:v>-8.9041999999999996E-2</c:v>
                </c:pt>
                <c:pt idx="64">
                  <c:v>-8.9009000000000005E-2</c:v>
                </c:pt>
                <c:pt idx="65">
                  <c:v>-8.8905999999999999E-2</c:v>
                </c:pt>
                <c:pt idx="66">
                  <c:v>-8.8834999999999997E-2</c:v>
                </c:pt>
                <c:pt idx="67">
                  <c:v>-8.8733000000000006E-2</c:v>
                </c:pt>
                <c:pt idx="68">
                  <c:v>-8.8603000000000001E-2</c:v>
                </c:pt>
                <c:pt idx="69">
                  <c:v>-8.8514999999999996E-2</c:v>
                </c:pt>
                <c:pt idx="70">
                  <c:v>-8.8416999999999996E-2</c:v>
                </c:pt>
                <c:pt idx="71">
                  <c:v>-8.8316000000000006E-2</c:v>
                </c:pt>
                <c:pt idx="72">
                  <c:v>-8.8214000000000001E-2</c:v>
                </c:pt>
                <c:pt idx="73">
                  <c:v>-8.8116E-2</c:v>
                </c:pt>
                <c:pt idx="74">
                  <c:v>-8.8021000000000002E-2</c:v>
                </c:pt>
                <c:pt idx="75">
                  <c:v>-8.7931999999999996E-2</c:v>
                </c:pt>
                <c:pt idx="76">
                  <c:v>-8.7847999999999996E-2</c:v>
                </c:pt>
                <c:pt idx="77">
                  <c:v>-8.7771000000000002E-2</c:v>
                </c:pt>
                <c:pt idx="78">
                  <c:v>-8.7698999999999999E-2</c:v>
                </c:pt>
                <c:pt idx="79">
                  <c:v>-8.7632000000000002E-2</c:v>
                </c:pt>
                <c:pt idx="80">
                  <c:v>-8.7571999999999997E-2</c:v>
                </c:pt>
                <c:pt idx="81">
                  <c:v>-8.7515999999999997E-2</c:v>
                </c:pt>
                <c:pt idx="82">
                  <c:v>-8.7466000000000002E-2</c:v>
                </c:pt>
                <c:pt idx="83">
                  <c:v>-8.7419999999999998E-2</c:v>
                </c:pt>
                <c:pt idx="84">
                  <c:v>-8.7378999999999998E-2</c:v>
                </c:pt>
                <c:pt idx="85">
                  <c:v>-8.7343000000000004E-2</c:v>
                </c:pt>
                <c:pt idx="86">
                  <c:v>-8.7309999999999999E-2</c:v>
                </c:pt>
                <c:pt idx="87">
                  <c:v>-8.7280999999999997E-2</c:v>
                </c:pt>
                <c:pt idx="88">
                  <c:v>-8.7254999999999999E-2</c:v>
                </c:pt>
                <c:pt idx="89">
                  <c:v>-8.7233000000000005E-2</c:v>
                </c:pt>
                <c:pt idx="90">
                  <c:v>-8.7214E-2</c:v>
                </c:pt>
                <c:pt idx="91">
                  <c:v>-8.7197999999999998E-2</c:v>
                </c:pt>
                <c:pt idx="92">
                  <c:v>-8.7186E-2</c:v>
                </c:pt>
                <c:pt idx="93">
                  <c:v>-8.7162000000000003E-2</c:v>
                </c:pt>
                <c:pt idx="94">
                  <c:v>-8.7141999999999997E-2</c:v>
                </c:pt>
                <c:pt idx="95">
                  <c:v>-8.7125999999999995E-2</c:v>
                </c:pt>
                <c:pt idx="96">
                  <c:v>-8.7101999999999999E-2</c:v>
                </c:pt>
                <c:pt idx="97">
                  <c:v>-8.7082000000000007E-2</c:v>
                </c:pt>
                <c:pt idx="98">
                  <c:v>-8.7067000000000005E-2</c:v>
                </c:pt>
                <c:pt idx="99">
                  <c:v>-8.7044999999999997E-2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D1-4E57-A2B3-0F297AA587C0}"/>
            </c:ext>
          </c:extLst>
        </c:ser>
        <c:ser>
          <c:idx val="1"/>
          <c:order val="1"/>
          <c:tx>
            <c:strRef>
              <c:f>Sheet6!$E$1</c:f>
              <c:strCache>
                <c:ptCount val="1"/>
                <c:pt idx="0">
                  <c:v>conf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Sheet6!$E$2:$E$101</c:f>
              <c:numCache>
                <c:formatCode>General</c:formatCode>
                <c:ptCount val="100"/>
                <c:pt idx="0">
                  <c:v>0</c:v>
                </c:pt>
                <c:pt idx="1">
                  <c:v>-0.100246</c:v>
                </c:pt>
                <c:pt idx="2">
                  <c:v>-0.110101</c:v>
                </c:pt>
                <c:pt idx="3">
                  <c:v>-0.110858</c:v>
                </c:pt>
                <c:pt idx="4">
                  <c:v>-0.11032400000000001</c:v>
                </c:pt>
                <c:pt idx="5">
                  <c:v>-9.7539000000000001E-2</c:v>
                </c:pt>
                <c:pt idx="6">
                  <c:v>-0.100312</c:v>
                </c:pt>
                <c:pt idx="7">
                  <c:v>-0.102051</c:v>
                </c:pt>
                <c:pt idx="8">
                  <c:v>-9.8266999999999993E-2</c:v>
                </c:pt>
                <c:pt idx="9">
                  <c:v>-9.9314E-2</c:v>
                </c:pt>
                <c:pt idx="10">
                  <c:v>-0.10062599999999999</c:v>
                </c:pt>
                <c:pt idx="11">
                  <c:v>-0.102883</c:v>
                </c:pt>
                <c:pt idx="12">
                  <c:v>-0.10373</c:v>
                </c:pt>
                <c:pt idx="13">
                  <c:v>-0.10414900000000001</c:v>
                </c:pt>
                <c:pt idx="14">
                  <c:v>-0.10448200000000001</c:v>
                </c:pt>
                <c:pt idx="15">
                  <c:v>-0.103977</c:v>
                </c:pt>
                <c:pt idx="16">
                  <c:v>-0.103565</c:v>
                </c:pt>
                <c:pt idx="17">
                  <c:v>-0.1023</c:v>
                </c:pt>
                <c:pt idx="18">
                  <c:v>-0.102409</c:v>
                </c:pt>
                <c:pt idx="19">
                  <c:v>-0.101396</c:v>
                </c:pt>
                <c:pt idx="20">
                  <c:v>-0.10118099999999999</c:v>
                </c:pt>
                <c:pt idx="21">
                  <c:v>-0.10055699999999999</c:v>
                </c:pt>
                <c:pt idx="22">
                  <c:v>-0.100233</c:v>
                </c:pt>
                <c:pt idx="23">
                  <c:v>-9.9627999999999994E-2</c:v>
                </c:pt>
                <c:pt idx="24">
                  <c:v>-9.9057999999999993E-2</c:v>
                </c:pt>
                <c:pt idx="25">
                  <c:v>-9.8790000000000003E-2</c:v>
                </c:pt>
                <c:pt idx="26">
                  <c:v>-9.8308999999999994E-2</c:v>
                </c:pt>
                <c:pt idx="27">
                  <c:v>-9.7865999999999995E-2</c:v>
                </c:pt>
                <c:pt idx="28">
                  <c:v>-9.7595000000000001E-2</c:v>
                </c:pt>
                <c:pt idx="29">
                  <c:v>-9.7117999999999996E-2</c:v>
                </c:pt>
                <c:pt idx="30">
                  <c:v>-9.6642000000000006E-2</c:v>
                </c:pt>
                <c:pt idx="31">
                  <c:v>-9.6298999999999996E-2</c:v>
                </c:pt>
                <c:pt idx="32">
                  <c:v>-9.6113000000000004E-2</c:v>
                </c:pt>
                <c:pt idx="33">
                  <c:v>-9.5707E-2</c:v>
                </c:pt>
                <c:pt idx="34">
                  <c:v>-9.5256999999999994E-2</c:v>
                </c:pt>
                <c:pt idx="35">
                  <c:v>-9.4878000000000004E-2</c:v>
                </c:pt>
                <c:pt idx="36">
                  <c:v>-9.4597000000000001E-2</c:v>
                </c:pt>
                <c:pt idx="37">
                  <c:v>-9.4403000000000001E-2</c:v>
                </c:pt>
                <c:pt idx="38">
                  <c:v>-9.4265000000000002E-2</c:v>
                </c:pt>
                <c:pt idx="39">
                  <c:v>-9.4156000000000004E-2</c:v>
                </c:pt>
                <c:pt idx="40">
                  <c:v>-9.4064999999999996E-2</c:v>
                </c:pt>
                <c:pt idx="41">
                  <c:v>-9.3987000000000001E-2</c:v>
                </c:pt>
                <c:pt idx="42">
                  <c:v>-9.3923999999999994E-2</c:v>
                </c:pt>
                <c:pt idx="43">
                  <c:v>-9.3872999999999998E-2</c:v>
                </c:pt>
                <c:pt idx="44">
                  <c:v>-9.3833E-2</c:v>
                </c:pt>
                <c:pt idx="45">
                  <c:v>-9.3801999999999996E-2</c:v>
                </c:pt>
                <c:pt idx="46">
                  <c:v>-9.3776999999999999E-2</c:v>
                </c:pt>
                <c:pt idx="47">
                  <c:v>-9.3757999999999994E-2</c:v>
                </c:pt>
                <c:pt idx="48">
                  <c:v>-9.3742000000000006E-2</c:v>
                </c:pt>
                <c:pt idx="49">
                  <c:v>-9.3729000000000007E-2</c:v>
                </c:pt>
                <c:pt idx="50">
                  <c:v>-9.3718999999999997E-2</c:v>
                </c:pt>
                <c:pt idx="51">
                  <c:v>-9.3711000000000003E-2</c:v>
                </c:pt>
                <c:pt idx="52">
                  <c:v>-9.3703999999999996E-2</c:v>
                </c:pt>
                <c:pt idx="53">
                  <c:v>-9.3699000000000005E-2</c:v>
                </c:pt>
                <c:pt idx="54">
                  <c:v>-9.3696000000000002E-2</c:v>
                </c:pt>
                <c:pt idx="55">
                  <c:v>-9.3691999999999998E-2</c:v>
                </c:pt>
                <c:pt idx="56">
                  <c:v>-9.3689999999999996E-2</c:v>
                </c:pt>
                <c:pt idx="57">
                  <c:v>-9.3694E-2</c:v>
                </c:pt>
                <c:pt idx="58">
                  <c:v>-9.3461000000000002E-2</c:v>
                </c:pt>
                <c:pt idx="59">
                  <c:v>-9.3160999999999994E-2</c:v>
                </c:pt>
                <c:pt idx="60">
                  <c:v>-9.2876E-2</c:v>
                </c:pt>
                <c:pt idx="61">
                  <c:v>-9.2636999999999997E-2</c:v>
                </c:pt>
                <c:pt idx="62">
                  <c:v>-9.2451000000000005E-2</c:v>
                </c:pt>
                <c:pt idx="63">
                  <c:v>-9.2312000000000005E-2</c:v>
                </c:pt>
                <c:pt idx="64">
                  <c:v>-9.221E-2</c:v>
                </c:pt>
                <c:pt idx="65">
                  <c:v>-9.2132000000000006E-2</c:v>
                </c:pt>
                <c:pt idx="66">
                  <c:v>-9.2069999999999999E-2</c:v>
                </c:pt>
                <c:pt idx="67">
                  <c:v>-9.2021000000000006E-2</c:v>
                </c:pt>
                <c:pt idx="68">
                  <c:v>-9.1980000000000006E-2</c:v>
                </c:pt>
                <c:pt idx="69">
                  <c:v>-9.1946E-2</c:v>
                </c:pt>
                <c:pt idx="70">
                  <c:v>-9.1918E-2</c:v>
                </c:pt>
                <c:pt idx="71">
                  <c:v>-9.1895000000000004E-2</c:v>
                </c:pt>
                <c:pt idx="72">
                  <c:v>-9.1875999999999999E-2</c:v>
                </c:pt>
                <c:pt idx="73">
                  <c:v>-9.1860999999999998E-2</c:v>
                </c:pt>
                <c:pt idx="74">
                  <c:v>-9.1849E-2</c:v>
                </c:pt>
                <c:pt idx="75">
                  <c:v>-9.1840000000000005E-2</c:v>
                </c:pt>
                <c:pt idx="76">
                  <c:v>-9.1836000000000001E-2</c:v>
                </c:pt>
                <c:pt idx="77">
                  <c:v>-9.1665999999999997E-2</c:v>
                </c:pt>
                <c:pt idx="78">
                  <c:v>-9.1433E-2</c:v>
                </c:pt>
                <c:pt idx="79">
                  <c:v>-9.1188000000000005E-2</c:v>
                </c:pt>
                <c:pt idx="80">
                  <c:v>-9.0952000000000005E-2</c:v>
                </c:pt>
                <c:pt idx="81">
                  <c:v>-9.0736999999999998E-2</c:v>
                </c:pt>
                <c:pt idx="82">
                  <c:v>-9.0546000000000001E-2</c:v>
                </c:pt>
                <c:pt idx="83">
                  <c:v>-9.0381000000000003E-2</c:v>
                </c:pt>
                <c:pt idx="84">
                  <c:v>-9.0240000000000001E-2</c:v>
                </c:pt>
                <c:pt idx="85">
                  <c:v>-9.0122999999999995E-2</c:v>
                </c:pt>
                <c:pt idx="86">
                  <c:v>-9.0026999999999996E-2</c:v>
                </c:pt>
                <c:pt idx="87">
                  <c:v>-8.9949000000000001E-2</c:v>
                </c:pt>
                <c:pt idx="88">
                  <c:v>-8.9886999999999995E-2</c:v>
                </c:pt>
                <c:pt idx="89">
                  <c:v>-8.9844999999999994E-2</c:v>
                </c:pt>
                <c:pt idx="90">
                  <c:v>-8.9708999999999997E-2</c:v>
                </c:pt>
                <c:pt idx="91">
                  <c:v>-8.9616000000000001E-2</c:v>
                </c:pt>
                <c:pt idx="92">
                  <c:v>-8.9482000000000006E-2</c:v>
                </c:pt>
                <c:pt idx="93">
                  <c:v>-8.9311000000000001E-2</c:v>
                </c:pt>
                <c:pt idx="94">
                  <c:v>-8.9198E-2</c:v>
                </c:pt>
                <c:pt idx="95">
                  <c:v>-8.9070999999999997E-2</c:v>
                </c:pt>
                <c:pt idx="96">
                  <c:v>-8.8938000000000003E-2</c:v>
                </c:pt>
                <c:pt idx="97">
                  <c:v>-8.8805999999999996E-2</c:v>
                </c:pt>
                <c:pt idx="98">
                  <c:v>-8.8676000000000005E-2</c:v>
                </c:pt>
                <c:pt idx="99">
                  <c:v>-8.8552000000000006E-2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2D1-4E57-A2B3-0F297AA58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0"/>
          <c:min val="-0.12000000000000001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between"/>
        <c:majorUnit val="3.0000000000000006E-2"/>
      </c:valAx>
    </c:plotArea>
    <c:legend>
      <c:legendPos val="b"/>
      <c:layout>
        <c:manualLayout>
          <c:xMode val="edge"/>
          <c:yMode val="edge"/>
          <c:x val="6.8306215575175772E-2"/>
          <c:y val="2.758120773827125E-4"/>
          <c:w val="0.11258636441295651"/>
          <c:h val="0.422791029797745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007739543269568E-2"/>
          <c:y val="0.23409125151065391"/>
          <c:w val="0.58233292742079823"/>
          <c:h val="0.65967651970982621"/>
        </c:manualLayout>
      </c:layout>
      <c:lineChart>
        <c:grouping val="standard"/>
        <c:varyColors val="0"/>
        <c:ser>
          <c:idx val="3"/>
          <c:order val="0"/>
          <c:tx>
            <c:strRef>
              <c:f>Sheet1!$C$1</c:f>
              <c:strCache>
                <c:ptCount val="1"/>
                <c:pt idx="0">
                  <c:v>penalty-1e9</c:v>
                </c:pt>
              </c:strCache>
            </c:strRef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val>
            <c:numRef>
              <c:f>Sheet1!$C$2:$C$102</c:f>
              <c:numCache>
                <c:formatCode>0.00E+00</c:formatCode>
                <c:ptCount val="101"/>
                <c:pt idx="0">
                  <c:v>2.1752461631940799E-7</c:v>
                </c:pt>
                <c:pt idx="1">
                  <c:v>9.9677005094278504E-8</c:v>
                </c:pt>
                <c:pt idx="2">
                  <c:v>1.87628695469399E-7</c:v>
                </c:pt>
                <c:pt idx="3">
                  <c:v>2.3710944141441801E-7</c:v>
                </c:pt>
                <c:pt idx="4">
                  <c:v>2.17603916663478E-7</c:v>
                </c:pt>
                <c:pt idx="5">
                  <c:v>2.6275317766000201E-7</c:v>
                </c:pt>
                <c:pt idx="6">
                  <c:v>2.24543047266934E-7</c:v>
                </c:pt>
                <c:pt idx="7">
                  <c:v>2.3624289458012899E-7</c:v>
                </c:pt>
                <c:pt idx="8">
                  <c:v>2.3820961780884799E-7</c:v>
                </c:pt>
                <c:pt idx="9">
                  <c:v>2.01143476985521E-7</c:v>
                </c:pt>
                <c:pt idx="10">
                  <c:v>1.8589555694781199E-7</c:v>
                </c:pt>
                <c:pt idx="11">
                  <c:v>2.01057988924446E-7</c:v>
                </c:pt>
                <c:pt idx="12">
                  <c:v>1.8294508707938901E-7</c:v>
                </c:pt>
                <c:pt idx="13">
                  <c:v>2.11612718903353E-7</c:v>
                </c:pt>
                <c:pt idx="14">
                  <c:v>2.47352713200754E-7</c:v>
                </c:pt>
                <c:pt idx="15">
                  <c:v>2.2117257647558101E-7</c:v>
                </c:pt>
                <c:pt idx="16">
                  <c:v>2.3998705533934102E-7</c:v>
                </c:pt>
                <c:pt idx="17">
                  <c:v>1.906986941691E-7</c:v>
                </c:pt>
                <c:pt idx="18">
                  <c:v>2.2956513601180001E-7</c:v>
                </c:pt>
                <c:pt idx="19">
                  <c:v>2.3734182286183601E-7</c:v>
                </c:pt>
                <c:pt idx="20">
                  <c:v>2.1158616658745101E-7</c:v>
                </c:pt>
                <c:pt idx="21">
                  <c:v>2.0767657749054501E-7</c:v>
                </c:pt>
                <c:pt idx="22">
                  <c:v>2.40790253513978E-7</c:v>
                </c:pt>
                <c:pt idx="23">
                  <c:v>2.6393850771633201E-7</c:v>
                </c:pt>
                <c:pt idx="24">
                  <c:v>1.76135364737817E-7</c:v>
                </c:pt>
                <c:pt idx="25">
                  <c:v>2.0200354500232699E-7</c:v>
                </c:pt>
                <c:pt idx="26">
                  <c:v>1.85149013232077E-7</c:v>
                </c:pt>
                <c:pt idx="27">
                  <c:v>2.49644344307853E-7</c:v>
                </c:pt>
                <c:pt idx="28">
                  <c:v>2.0467170269711201E-7</c:v>
                </c:pt>
                <c:pt idx="29">
                  <c:v>1.7810661590011899E-7</c:v>
                </c:pt>
                <c:pt idx="30">
                  <c:v>1.58988007870064E-7</c:v>
                </c:pt>
                <c:pt idx="31">
                  <c:v>1.8116050748417899E-7</c:v>
                </c:pt>
                <c:pt idx="32">
                  <c:v>1.7216752601356601E-7</c:v>
                </c:pt>
                <c:pt idx="33">
                  <c:v>1.5642096351520201E-7</c:v>
                </c:pt>
                <c:pt idx="34">
                  <c:v>1.88613628271383E-7</c:v>
                </c:pt>
                <c:pt idx="35">
                  <c:v>1.59906927921227E-7</c:v>
                </c:pt>
                <c:pt idx="36">
                  <c:v>1.6018164594733201E-7</c:v>
                </c:pt>
                <c:pt idx="37">
                  <c:v>1.8507666288414199E-7</c:v>
                </c:pt>
                <c:pt idx="38">
                  <c:v>1.5528408936482599E-7</c:v>
                </c:pt>
                <c:pt idx="39">
                  <c:v>1.78617534762892E-7</c:v>
                </c:pt>
                <c:pt idx="40">
                  <c:v>1.57336810246988E-7</c:v>
                </c:pt>
                <c:pt idx="41">
                  <c:v>1.7882647607159101E-7</c:v>
                </c:pt>
                <c:pt idx="42">
                  <c:v>1.5567237365843301E-7</c:v>
                </c:pt>
                <c:pt idx="43">
                  <c:v>1.7146014630320299E-7</c:v>
                </c:pt>
                <c:pt idx="44">
                  <c:v>1.5210099602036501E-7</c:v>
                </c:pt>
                <c:pt idx="45">
                  <c:v>1.7971486943046899E-7</c:v>
                </c:pt>
                <c:pt idx="46">
                  <c:v>1.4520912250404099E-7</c:v>
                </c:pt>
                <c:pt idx="47">
                  <c:v>1.5104678463551101E-7</c:v>
                </c:pt>
                <c:pt idx="48">
                  <c:v>1.2968098217491701E-7</c:v>
                </c:pt>
                <c:pt idx="49">
                  <c:v>1.8295506087895301E-7</c:v>
                </c:pt>
                <c:pt idx="50">
                  <c:v>1.5779742446042601E-7</c:v>
                </c:pt>
                <c:pt idx="51">
                  <c:v>1.6766499433273899E-7</c:v>
                </c:pt>
                <c:pt idx="52">
                  <c:v>1.3925246911128299E-7</c:v>
                </c:pt>
                <c:pt idx="53">
                  <c:v>1.7689712095148001E-7</c:v>
                </c:pt>
                <c:pt idx="54">
                  <c:v>1.87551246089157E-7</c:v>
                </c:pt>
                <c:pt idx="55">
                  <c:v>1.99758362295909E-7</c:v>
                </c:pt>
                <c:pt idx="56">
                  <c:v>1.2639766766575601E-7</c:v>
                </c:pt>
                <c:pt idx="57">
                  <c:v>1.6156428483959899E-7</c:v>
                </c:pt>
                <c:pt idx="58">
                  <c:v>1.40029933870522E-7</c:v>
                </c:pt>
                <c:pt idx="59">
                  <c:v>1.5995321889228301E-7</c:v>
                </c:pt>
                <c:pt idx="60">
                  <c:v>1.3641992735458001E-7</c:v>
                </c:pt>
                <c:pt idx="61">
                  <c:v>1.35464551132002E-7</c:v>
                </c:pt>
                <c:pt idx="62">
                  <c:v>1.3350585370552799E-7</c:v>
                </c:pt>
                <c:pt idx="63">
                  <c:v>1.45542840224166E-7</c:v>
                </c:pt>
                <c:pt idx="64">
                  <c:v>1.5063273139936899E-7</c:v>
                </c:pt>
                <c:pt idx="65">
                  <c:v>1.75287353521014E-7</c:v>
                </c:pt>
                <c:pt idx="66">
                  <c:v>1.6974967520510999E-7</c:v>
                </c:pt>
                <c:pt idx="67">
                  <c:v>1.6672836533615499E-7</c:v>
                </c:pt>
                <c:pt idx="68">
                  <c:v>1.65011075248244E-7</c:v>
                </c:pt>
                <c:pt idx="69">
                  <c:v>1.3872482651500201E-7</c:v>
                </c:pt>
                <c:pt idx="70">
                  <c:v>1.7697680010364499E-7</c:v>
                </c:pt>
                <c:pt idx="71">
                  <c:v>1.0338355327377199E-7</c:v>
                </c:pt>
                <c:pt idx="72">
                  <c:v>1.6998595020467601E-7</c:v>
                </c:pt>
                <c:pt idx="73">
                  <c:v>1.08811344823323E-7</c:v>
                </c:pt>
                <c:pt idx="74">
                  <c:v>1.9433543885227701E-7</c:v>
                </c:pt>
                <c:pt idx="75">
                  <c:v>9.8723426988911403E-8</c:v>
                </c:pt>
                <c:pt idx="76">
                  <c:v>1.91221205536606E-7</c:v>
                </c:pt>
                <c:pt idx="77">
                  <c:v>1.3100857332304301E-7</c:v>
                </c:pt>
                <c:pt idx="78">
                  <c:v>6.4162486657082201E-8</c:v>
                </c:pt>
                <c:pt idx="79">
                  <c:v>1.3511337537686E-7</c:v>
                </c:pt>
                <c:pt idx="80">
                  <c:v>1.3198055759389099E-7</c:v>
                </c:pt>
                <c:pt idx="81">
                  <c:v>1.02971392745843E-7</c:v>
                </c:pt>
                <c:pt idx="82">
                  <c:v>1.4531147929375199E-7</c:v>
                </c:pt>
                <c:pt idx="83">
                  <c:v>1.2901548029908801E-7</c:v>
                </c:pt>
                <c:pt idx="84">
                  <c:v>1.5111809270607E-7</c:v>
                </c:pt>
                <c:pt idx="85">
                  <c:v>1.6655254619912701E-7</c:v>
                </c:pt>
                <c:pt idx="86">
                  <c:v>1.17408961219922E-7</c:v>
                </c:pt>
                <c:pt idx="87">
                  <c:v>1.4093234756984401E-7</c:v>
                </c:pt>
                <c:pt idx="88">
                  <c:v>5.0531970607892103E-8</c:v>
                </c:pt>
                <c:pt idx="89">
                  <c:v>1.0816800566360001E-7</c:v>
                </c:pt>
                <c:pt idx="90">
                  <c:v>1.1218535522772299E-7</c:v>
                </c:pt>
                <c:pt idx="91">
                  <c:v>1.26412330381242E-7</c:v>
                </c:pt>
                <c:pt idx="92">
                  <c:v>2.2461532345197099E-7</c:v>
                </c:pt>
                <c:pt idx="93">
                  <c:v>9.4970427966245499E-8</c:v>
                </c:pt>
                <c:pt idx="94">
                  <c:v>1.08436122303601E-7</c:v>
                </c:pt>
                <c:pt idx="95">
                  <c:v>8.7412919569373999E-8</c:v>
                </c:pt>
                <c:pt idx="96">
                  <c:v>1.31872331499138E-7</c:v>
                </c:pt>
                <c:pt idx="97">
                  <c:v>9.5308033909446897E-8</c:v>
                </c:pt>
                <c:pt idx="98">
                  <c:v>5.3050303261414897E-8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E5A-458B-A20A-01FD01160327}"/>
            </c:ext>
          </c:extLst>
        </c:ser>
        <c:ser>
          <c:idx val="0"/>
          <c:order val="1"/>
          <c:tx>
            <c:strRef>
              <c:f>Sheet1!$B$1</c:f>
              <c:strCache>
                <c:ptCount val="1"/>
                <c:pt idx="0">
                  <c:v>penalty-1e2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Sheet1!$B$2:$B$102</c:f>
              <c:numCache>
                <c:formatCode>General</c:formatCode>
                <c:ptCount val="101"/>
                <c:pt idx="0">
                  <c:v>2.4858144367918499E-3</c:v>
                </c:pt>
                <c:pt idx="1">
                  <c:v>7.3204394161090402E-3</c:v>
                </c:pt>
                <c:pt idx="2">
                  <c:v>9.8203255703852507E-3</c:v>
                </c:pt>
                <c:pt idx="3">
                  <c:v>1.0242391398119499E-2</c:v>
                </c:pt>
                <c:pt idx="4">
                  <c:v>9.9116674132544401E-3</c:v>
                </c:pt>
                <c:pt idx="5">
                  <c:v>9.4518966082628407E-3</c:v>
                </c:pt>
                <c:pt idx="6">
                  <c:v>9.0811621113073802E-3</c:v>
                </c:pt>
                <c:pt idx="7">
                  <c:v>8.8600877467079897E-3</c:v>
                </c:pt>
                <c:pt idx="8">
                  <c:v>8.7796498928085498E-3</c:v>
                </c:pt>
                <c:pt idx="9">
                  <c:v>8.7996631575197794E-3</c:v>
                </c:pt>
                <c:pt idx="10">
                  <c:v>8.8740039584818096E-3</c:v>
                </c:pt>
                <c:pt idx="11">
                  <c:v>8.9659741909981997E-3</c:v>
                </c:pt>
                <c:pt idx="12">
                  <c:v>9.0539229402304394E-3</c:v>
                </c:pt>
                <c:pt idx="13">
                  <c:v>9.1295243600069097E-3</c:v>
                </c:pt>
                <c:pt idx="14">
                  <c:v>9.1927166224232693E-3</c:v>
                </c:pt>
                <c:pt idx="15">
                  <c:v>9.2467744851409892E-3</c:v>
                </c:pt>
                <c:pt idx="16">
                  <c:v>9.2950283825354793E-3</c:v>
                </c:pt>
                <c:pt idx="17">
                  <c:v>9.3394542821534296E-3</c:v>
                </c:pt>
                <c:pt idx="18">
                  <c:v>9.3805747298751907E-3</c:v>
                </c:pt>
                <c:pt idx="19">
                  <c:v>9.4179439579216099E-3</c:v>
                </c:pt>
                <c:pt idx="20">
                  <c:v>9.4507709224731506E-3</c:v>
                </c:pt>
                <c:pt idx="21">
                  <c:v>9.4782674716913304E-3</c:v>
                </c:pt>
                <c:pt idx="22">
                  <c:v>9.4997737725503999E-3</c:v>
                </c:pt>
                <c:pt idx="23">
                  <c:v>9.5149606944742102E-3</c:v>
                </c:pt>
                <c:pt idx="24">
                  <c:v>9.5238015422986991E-3</c:v>
                </c:pt>
                <c:pt idx="25">
                  <c:v>9.5264444452001201E-3</c:v>
                </c:pt>
                <c:pt idx="26">
                  <c:v>9.5231682964755909E-3</c:v>
                </c:pt>
                <c:pt idx="27">
                  <c:v>9.5142974105666394E-3</c:v>
                </c:pt>
                <c:pt idx="28">
                  <c:v>9.5001975888664401E-3</c:v>
                </c:pt>
                <c:pt idx="29">
                  <c:v>9.4812784282929299E-3</c:v>
                </c:pt>
                <c:pt idx="30">
                  <c:v>9.4579527748319594E-3</c:v>
                </c:pt>
                <c:pt idx="31">
                  <c:v>9.4306129522012602E-3</c:v>
                </c:pt>
                <c:pt idx="32">
                  <c:v>9.3996261250757201E-3</c:v>
                </c:pt>
                <c:pt idx="33">
                  <c:v>9.3653834064999497E-3</c:v>
                </c:pt>
                <c:pt idx="34">
                  <c:v>9.3283166988200605E-3</c:v>
                </c:pt>
                <c:pt idx="35">
                  <c:v>9.2888785936260307E-3</c:v>
                </c:pt>
                <c:pt idx="36">
                  <c:v>9.2475476547364491E-3</c:v>
                </c:pt>
                <c:pt idx="37">
                  <c:v>9.2048423865036498E-3</c:v>
                </c:pt>
                <c:pt idx="38">
                  <c:v>9.1613186581329595E-3</c:v>
                </c:pt>
                <c:pt idx="39">
                  <c:v>9.1176155653927005E-3</c:v>
                </c:pt>
                <c:pt idx="40">
                  <c:v>9.0743583873598103E-3</c:v>
                </c:pt>
                <c:pt idx="41">
                  <c:v>9.0320886402821508E-3</c:v>
                </c:pt>
                <c:pt idx="42">
                  <c:v>8.9913483427728202E-3</c:v>
                </c:pt>
                <c:pt idx="43">
                  <c:v>8.9527272780489595E-3</c:v>
                </c:pt>
                <c:pt idx="44">
                  <c:v>8.9168607944283204E-3</c:v>
                </c:pt>
                <c:pt idx="45">
                  <c:v>8.8844021326770495E-3</c:v>
                </c:pt>
                <c:pt idx="46">
                  <c:v>8.8559840385988801E-3</c:v>
                </c:pt>
                <c:pt idx="47">
                  <c:v>8.8321789608050098E-3</c:v>
                </c:pt>
                <c:pt idx="48">
                  <c:v>8.8134695537445094E-3</c:v>
                </c:pt>
                <c:pt idx="49">
                  <c:v>8.8002233072701497E-3</c:v>
                </c:pt>
                <c:pt idx="50">
                  <c:v>8.7926736866177305E-3</c:v>
                </c:pt>
                <c:pt idx="51">
                  <c:v>8.7909097113101301E-3</c:v>
                </c:pt>
                <c:pt idx="52">
                  <c:v>8.7948774464985304E-3</c:v>
                </c:pt>
                <c:pt idx="53">
                  <c:v>8.8043941593269892E-3</c:v>
                </c:pt>
                <c:pt idx="54">
                  <c:v>8.8191686973240202E-3</c:v>
                </c:pt>
                <c:pt idx="55">
                  <c:v>8.8388184611527497E-3</c:v>
                </c:pt>
                <c:pt idx="56">
                  <c:v>8.8628790016378398E-3</c:v>
                </c:pt>
                <c:pt idx="57">
                  <c:v>8.8908093672328495E-3</c:v>
                </c:pt>
                <c:pt idx="58">
                  <c:v>8.9219996433553793E-3</c:v>
                </c:pt>
                <c:pt idx="59">
                  <c:v>8.9557838826006507E-3</c:v>
                </c:pt>
                <c:pt idx="60">
                  <c:v>8.9914577174943205E-3</c:v>
                </c:pt>
                <c:pt idx="61">
                  <c:v>9.0282997023518607E-3</c:v>
                </c:pt>
                <c:pt idx="62">
                  <c:v>9.0655982092520092E-3</c:v>
                </c:pt>
                <c:pt idx="63">
                  <c:v>9.1026768761410803E-3</c:v>
                </c:pt>
                <c:pt idx="64">
                  <c:v>9.1388783992345495E-3</c:v>
                </c:pt>
                <c:pt idx="65">
                  <c:v>9.1736181492285598E-3</c:v>
                </c:pt>
                <c:pt idx="66">
                  <c:v>9.2063794526573393E-3</c:v>
                </c:pt>
                <c:pt idx="67">
                  <c:v>9.2367235386543404E-3</c:v>
                </c:pt>
                <c:pt idx="68">
                  <c:v>9.2642766738211205E-3</c:v>
                </c:pt>
                <c:pt idx="69">
                  <c:v>9.2887289727794295E-3</c:v>
                </c:pt>
                <c:pt idx="70">
                  <c:v>9.3098334217147603E-3</c:v>
                </c:pt>
                <c:pt idx="71">
                  <c:v>9.3274040976776204E-3</c:v>
                </c:pt>
                <c:pt idx="72">
                  <c:v>9.3413137596662903E-3</c:v>
                </c:pt>
                <c:pt idx="73">
                  <c:v>9.3514906264422493E-3</c:v>
                </c:pt>
                <c:pt idx="74">
                  <c:v>9.3579129141654303E-3</c:v>
                </c:pt>
                <c:pt idx="75">
                  <c:v>9.3606083486137397E-3</c:v>
                </c:pt>
                <c:pt idx="76">
                  <c:v>9.3596553859238707E-3</c:v>
                </c:pt>
                <c:pt idx="77">
                  <c:v>9.3551698433025302E-3</c:v>
                </c:pt>
                <c:pt idx="78">
                  <c:v>9.3473007763573701E-3</c:v>
                </c:pt>
                <c:pt idx="79">
                  <c:v>9.3362325793975298E-3</c:v>
                </c:pt>
                <c:pt idx="80">
                  <c:v>9.3221860930767699E-3</c:v>
                </c:pt>
                <c:pt idx="81">
                  <c:v>9.3054087485044904E-3</c:v>
                </c:pt>
                <c:pt idx="82">
                  <c:v>9.2861726261832499E-3</c:v>
                </c:pt>
                <c:pt idx="83">
                  <c:v>9.2647743468696701E-3</c:v>
                </c:pt>
                <c:pt idx="84">
                  <c:v>9.2415351931578408E-3</c:v>
                </c:pt>
                <c:pt idx="85">
                  <c:v>9.2168001482426602E-3</c:v>
                </c:pt>
                <c:pt idx="86">
                  <c:v>9.1909361568873697E-3</c:v>
                </c:pt>
                <c:pt idx="87">
                  <c:v>9.1643280644209107E-3</c:v>
                </c:pt>
                <c:pt idx="88">
                  <c:v>9.1373707791337893E-3</c:v>
                </c:pt>
                <c:pt idx="89">
                  <c:v>9.1104709400973097E-3</c:v>
                </c:pt>
                <c:pt idx="90">
                  <c:v>9.0840493887938099E-3</c:v>
                </c:pt>
                <c:pt idx="91">
                  <c:v>9.0584962722730592E-3</c:v>
                </c:pt>
                <c:pt idx="92">
                  <c:v>9.0341833008626901E-3</c:v>
                </c:pt>
                <c:pt idx="93">
                  <c:v>9.0114695274077193E-3</c:v>
                </c:pt>
                <c:pt idx="94">
                  <c:v>8.9906957618042203E-3</c:v>
                </c:pt>
                <c:pt idx="95">
                  <c:v>8.9721773458595298E-3</c:v>
                </c:pt>
                <c:pt idx="96">
                  <c:v>8.9561957546677694E-3</c:v>
                </c:pt>
                <c:pt idx="97">
                  <c:v>8.9429910776077596E-3</c:v>
                </c:pt>
                <c:pt idx="98">
                  <c:v>8.9327550705120499E-3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E5A-458B-A20A-01FD011603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logBase val="10"/>
          <c:orientation val="minMax"/>
          <c:max val="1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100"/>
      </c:valAx>
    </c:plotArea>
    <c:legend>
      <c:legendPos val="b"/>
      <c:layout>
        <c:manualLayout>
          <c:xMode val="edge"/>
          <c:yMode val="edge"/>
          <c:x val="0.34650941497585391"/>
          <c:y val="0.27201868242127769"/>
          <c:w val="0.15571506609449384"/>
          <c:h val="0.245247499389368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169671748765801E-2"/>
          <c:y val="0.29640311385391205"/>
          <c:w val="0.39332465662239863"/>
          <c:h val="0.56683092653387546"/>
        </c:manualLayout>
      </c:layout>
      <c:lineChart>
        <c:grouping val="standard"/>
        <c:varyColors val="0"/>
        <c:ser>
          <c:idx val="3"/>
          <c:order val="0"/>
          <c:tx>
            <c:strRef>
              <c:f>Sheet1!$C$1</c:f>
              <c:strCache>
                <c:ptCount val="1"/>
                <c:pt idx="0">
                  <c:v>penalty-1e9</c:v>
                </c:pt>
              </c:strCache>
            </c:strRef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val>
            <c:numRef>
              <c:f>Sheet1!$C$2:$C$102</c:f>
              <c:numCache>
                <c:formatCode>0.00E+00</c:formatCode>
                <c:ptCount val="101"/>
                <c:pt idx="0">
                  <c:v>2.1752461631940799E-7</c:v>
                </c:pt>
                <c:pt idx="1">
                  <c:v>9.9677005094278504E-8</c:v>
                </c:pt>
                <c:pt idx="2">
                  <c:v>1.87628695469399E-7</c:v>
                </c:pt>
                <c:pt idx="3">
                  <c:v>2.3710944141441801E-7</c:v>
                </c:pt>
                <c:pt idx="4">
                  <c:v>2.17603916663478E-7</c:v>
                </c:pt>
                <c:pt idx="5">
                  <c:v>2.6275317766000201E-7</c:v>
                </c:pt>
                <c:pt idx="6">
                  <c:v>2.24543047266934E-7</c:v>
                </c:pt>
                <c:pt idx="7">
                  <c:v>2.3624289458012899E-7</c:v>
                </c:pt>
                <c:pt idx="8">
                  <c:v>2.3820961780884799E-7</c:v>
                </c:pt>
                <c:pt idx="9">
                  <c:v>2.01143476985521E-7</c:v>
                </c:pt>
                <c:pt idx="10">
                  <c:v>1.8589555694781199E-7</c:v>
                </c:pt>
                <c:pt idx="11">
                  <c:v>2.01057988924446E-7</c:v>
                </c:pt>
                <c:pt idx="12">
                  <c:v>1.8294508707938901E-7</c:v>
                </c:pt>
                <c:pt idx="13">
                  <c:v>2.11612718903353E-7</c:v>
                </c:pt>
                <c:pt idx="14">
                  <c:v>2.47352713200754E-7</c:v>
                </c:pt>
                <c:pt idx="15">
                  <c:v>2.2117257647558101E-7</c:v>
                </c:pt>
                <c:pt idx="16">
                  <c:v>2.3998705533934102E-7</c:v>
                </c:pt>
                <c:pt idx="17">
                  <c:v>1.906986941691E-7</c:v>
                </c:pt>
                <c:pt idx="18">
                  <c:v>2.2956513601180001E-7</c:v>
                </c:pt>
                <c:pt idx="19">
                  <c:v>2.3734182286183601E-7</c:v>
                </c:pt>
                <c:pt idx="20">
                  <c:v>2.1158616658745101E-7</c:v>
                </c:pt>
                <c:pt idx="21">
                  <c:v>2.0767657749054501E-7</c:v>
                </c:pt>
                <c:pt idx="22">
                  <c:v>2.40790253513978E-7</c:v>
                </c:pt>
                <c:pt idx="23">
                  <c:v>2.6393850771633201E-7</c:v>
                </c:pt>
                <c:pt idx="24">
                  <c:v>1.76135364737817E-7</c:v>
                </c:pt>
                <c:pt idx="25">
                  <c:v>2.0200354500232699E-7</c:v>
                </c:pt>
                <c:pt idx="26">
                  <c:v>1.85149013232077E-7</c:v>
                </c:pt>
                <c:pt idx="27">
                  <c:v>2.49644344307853E-7</c:v>
                </c:pt>
                <c:pt idx="28">
                  <c:v>2.0467170269711201E-7</c:v>
                </c:pt>
                <c:pt idx="29">
                  <c:v>1.7810661590011899E-7</c:v>
                </c:pt>
                <c:pt idx="30">
                  <c:v>1.58988007870064E-7</c:v>
                </c:pt>
                <c:pt idx="31">
                  <c:v>1.8116050748417899E-7</c:v>
                </c:pt>
                <c:pt idx="32">
                  <c:v>1.7216752601356601E-7</c:v>
                </c:pt>
                <c:pt idx="33">
                  <c:v>1.5642096351520201E-7</c:v>
                </c:pt>
                <c:pt idx="34">
                  <c:v>1.88613628271383E-7</c:v>
                </c:pt>
                <c:pt idx="35">
                  <c:v>1.59906927921227E-7</c:v>
                </c:pt>
                <c:pt idx="36">
                  <c:v>1.6018164594733201E-7</c:v>
                </c:pt>
                <c:pt idx="37">
                  <c:v>1.8507666288414199E-7</c:v>
                </c:pt>
                <c:pt idx="38">
                  <c:v>1.5528408936482599E-7</c:v>
                </c:pt>
                <c:pt idx="39">
                  <c:v>1.78617534762892E-7</c:v>
                </c:pt>
                <c:pt idx="40">
                  <c:v>1.57336810246988E-7</c:v>
                </c:pt>
                <c:pt idx="41">
                  <c:v>1.7882647607159101E-7</c:v>
                </c:pt>
                <c:pt idx="42">
                  <c:v>1.5567237365843301E-7</c:v>
                </c:pt>
                <c:pt idx="43">
                  <c:v>1.7146014630320299E-7</c:v>
                </c:pt>
                <c:pt idx="44">
                  <c:v>1.5210099602036501E-7</c:v>
                </c:pt>
                <c:pt idx="45">
                  <c:v>1.7971486943046899E-7</c:v>
                </c:pt>
                <c:pt idx="46">
                  <c:v>1.4520912250404099E-7</c:v>
                </c:pt>
                <c:pt idx="47">
                  <c:v>1.5104678463551101E-7</c:v>
                </c:pt>
                <c:pt idx="48">
                  <c:v>1.2968098217491701E-7</c:v>
                </c:pt>
                <c:pt idx="49">
                  <c:v>1.8295506087895301E-7</c:v>
                </c:pt>
                <c:pt idx="50">
                  <c:v>1.5779742446042601E-7</c:v>
                </c:pt>
                <c:pt idx="51">
                  <c:v>1.6766499433273899E-7</c:v>
                </c:pt>
                <c:pt idx="52">
                  <c:v>1.3925246911128299E-7</c:v>
                </c:pt>
                <c:pt idx="53">
                  <c:v>1.7689712095148001E-7</c:v>
                </c:pt>
                <c:pt idx="54">
                  <c:v>1.87551246089157E-7</c:v>
                </c:pt>
                <c:pt idx="55">
                  <c:v>1.99758362295909E-7</c:v>
                </c:pt>
                <c:pt idx="56">
                  <c:v>1.2639766766575601E-7</c:v>
                </c:pt>
                <c:pt idx="57">
                  <c:v>1.6156428483959899E-7</c:v>
                </c:pt>
                <c:pt idx="58">
                  <c:v>1.40029933870522E-7</c:v>
                </c:pt>
                <c:pt idx="59">
                  <c:v>1.5995321889228301E-7</c:v>
                </c:pt>
                <c:pt idx="60">
                  <c:v>1.3641992735458001E-7</c:v>
                </c:pt>
                <c:pt idx="61">
                  <c:v>1.35464551132002E-7</c:v>
                </c:pt>
                <c:pt idx="62">
                  <c:v>1.3350585370552799E-7</c:v>
                </c:pt>
                <c:pt idx="63">
                  <c:v>1.45542840224166E-7</c:v>
                </c:pt>
                <c:pt idx="64">
                  <c:v>1.5063273139936899E-7</c:v>
                </c:pt>
                <c:pt idx="65">
                  <c:v>1.75287353521014E-7</c:v>
                </c:pt>
                <c:pt idx="66">
                  <c:v>1.6974967520510999E-7</c:v>
                </c:pt>
                <c:pt idx="67">
                  <c:v>1.6672836533615499E-7</c:v>
                </c:pt>
                <c:pt idx="68">
                  <c:v>1.65011075248244E-7</c:v>
                </c:pt>
                <c:pt idx="69">
                  <c:v>1.3872482651500201E-7</c:v>
                </c:pt>
                <c:pt idx="70">
                  <c:v>1.7697680010364499E-7</c:v>
                </c:pt>
                <c:pt idx="71">
                  <c:v>1.0338355327377199E-7</c:v>
                </c:pt>
                <c:pt idx="72">
                  <c:v>1.6998595020467601E-7</c:v>
                </c:pt>
                <c:pt idx="73">
                  <c:v>1.08811344823323E-7</c:v>
                </c:pt>
                <c:pt idx="74">
                  <c:v>1.9433543885227701E-7</c:v>
                </c:pt>
                <c:pt idx="75">
                  <c:v>9.8723426988911403E-8</c:v>
                </c:pt>
                <c:pt idx="76">
                  <c:v>1.91221205536606E-7</c:v>
                </c:pt>
                <c:pt idx="77">
                  <c:v>1.3100857332304301E-7</c:v>
                </c:pt>
                <c:pt idx="78">
                  <c:v>6.4162486657082201E-8</c:v>
                </c:pt>
                <c:pt idx="79">
                  <c:v>1.3511337537686E-7</c:v>
                </c:pt>
                <c:pt idx="80">
                  <c:v>1.3198055759389099E-7</c:v>
                </c:pt>
                <c:pt idx="81">
                  <c:v>1.02971392745843E-7</c:v>
                </c:pt>
                <c:pt idx="82">
                  <c:v>1.4531147929375199E-7</c:v>
                </c:pt>
                <c:pt idx="83">
                  <c:v>1.2901548029908801E-7</c:v>
                </c:pt>
                <c:pt idx="84">
                  <c:v>1.5111809270607E-7</c:v>
                </c:pt>
                <c:pt idx="85">
                  <c:v>1.6655254619912701E-7</c:v>
                </c:pt>
                <c:pt idx="86">
                  <c:v>1.17408961219922E-7</c:v>
                </c:pt>
                <c:pt idx="87">
                  <c:v>1.4093234756984401E-7</c:v>
                </c:pt>
                <c:pt idx="88">
                  <c:v>5.0531970607892103E-8</c:v>
                </c:pt>
                <c:pt idx="89">
                  <c:v>1.0816800566360001E-7</c:v>
                </c:pt>
                <c:pt idx="90">
                  <c:v>1.1218535522772299E-7</c:v>
                </c:pt>
                <c:pt idx="91">
                  <c:v>1.26412330381242E-7</c:v>
                </c:pt>
                <c:pt idx="92">
                  <c:v>2.2461532345197099E-7</c:v>
                </c:pt>
                <c:pt idx="93">
                  <c:v>9.4970427966245499E-8</c:v>
                </c:pt>
                <c:pt idx="94">
                  <c:v>1.08436122303601E-7</c:v>
                </c:pt>
                <c:pt idx="95">
                  <c:v>8.7412919569373999E-8</c:v>
                </c:pt>
                <c:pt idx="96">
                  <c:v>1.31872331499138E-7</c:v>
                </c:pt>
                <c:pt idx="97">
                  <c:v>9.5308033909446897E-8</c:v>
                </c:pt>
                <c:pt idx="98">
                  <c:v>5.3050303261414897E-8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E0-4B83-B992-99DB72408214}"/>
            </c:ext>
          </c:extLst>
        </c:ser>
        <c:ser>
          <c:idx val="0"/>
          <c:order val="1"/>
          <c:tx>
            <c:strRef>
              <c:f>Sheet1!$E$1</c:f>
              <c:strCache>
                <c:ptCount val="1"/>
                <c:pt idx="0">
                  <c:v>our method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Sheet1!$E$2:$E$102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E0-4B83-B992-99DB72408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3.0000000000000015E-7"/>
          <c:min val="0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vert="horz"/>
          <a:lstStyle/>
          <a:p>
            <a:pPr>
              <a:defRPr/>
            </a:pPr>
            <a:endParaRPr lang="zh-CN"/>
          </a:p>
        </c:txPr>
        <c:crossAx val="651973824"/>
        <c:crosses val="autoZero"/>
        <c:crossBetween val="midCat"/>
        <c:majorUnit val="6.0000000000000034E-8"/>
      </c:valAx>
    </c:plotArea>
    <c:legend>
      <c:legendPos val="b"/>
      <c:layout>
        <c:manualLayout>
          <c:xMode val="edge"/>
          <c:yMode val="edge"/>
          <c:x val="0.18845782539461134"/>
          <c:y val="0.25584546408758008"/>
          <c:w val="0.24994362797443143"/>
          <c:h val="0.24524749938936846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/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b="1"/>
      </a:pPr>
      <a:endParaRPr lang="zh-CN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5169671748765801E-2"/>
          <c:y val="0.16032531250563684"/>
          <c:w val="0.36050285569001539"/>
          <c:h val="0.7029090531936002"/>
        </c:manualLayout>
      </c:layout>
      <c:lineChart>
        <c:grouping val="standard"/>
        <c:varyColors val="0"/>
        <c:ser>
          <c:idx val="3"/>
          <c:order val="0"/>
          <c:tx>
            <c:strRef>
              <c:f>Sheet1!$B$1</c:f>
              <c:strCache>
                <c:ptCount val="1"/>
                <c:pt idx="0">
                  <c:v>penalty-1e2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Sheet1!$B$2:$B$102</c:f>
              <c:numCache>
                <c:formatCode>General</c:formatCode>
                <c:ptCount val="101"/>
                <c:pt idx="0">
                  <c:v>2.4858144367918499E-3</c:v>
                </c:pt>
                <c:pt idx="1">
                  <c:v>7.3204394161090402E-3</c:v>
                </c:pt>
                <c:pt idx="2">
                  <c:v>9.8203255703852507E-3</c:v>
                </c:pt>
                <c:pt idx="3">
                  <c:v>1.0242391398119499E-2</c:v>
                </c:pt>
                <c:pt idx="4">
                  <c:v>9.9116674132544401E-3</c:v>
                </c:pt>
                <c:pt idx="5">
                  <c:v>9.4518966082628407E-3</c:v>
                </c:pt>
                <c:pt idx="6">
                  <c:v>9.0811621113073802E-3</c:v>
                </c:pt>
                <c:pt idx="7">
                  <c:v>8.8600877467079897E-3</c:v>
                </c:pt>
                <c:pt idx="8">
                  <c:v>8.7796498928085498E-3</c:v>
                </c:pt>
                <c:pt idx="9">
                  <c:v>8.7996631575197794E-3</c:v>
                </c:pt>
                <c:pt idx="10">
                  <c:v>8.8740039584818096E-3</c:v>
                </c:pt>
                <c:pt idx="11">
                  <c:v>8.9659741909981997E-3</c:v>
                </c:pt>
                <c:pt idx="12">
                  <c:v>9.0539229402304394E-3</c:v>
                </c:pt>
                <c:pt idx="13">
                  <c:v>9.1295243600069097E-3</c:v>
                </c:pt>
                <c:pt idx="14">
                  <c:v>9.1927166224232693E-3</c:v>
                </c:pt>
                <c:pt idx="15">
                  <c:v>9.2467744851409892E-3</c:v>
                </c:pt>
                <c:pt idx="16">
                  <c:v>9.2950283825354793E-3</c:v>
                </c:pt>
                <c:pt idx="17">
                  <c:v>9.3394542821534296E-3</c:v>
                </c:pt>
                <c:pt idx="18">
                  <c:v>9.3805747298751907E-3</c:v>
                </c:pt>
                <c:pt idx="19">
                  <c:v>9.4179439579216099E-3</c:v>
                </c:pt>
                <c:pt idx="20">
                  <c:v>9.4507709224731506E-3</c:v>
                </c:pt>
                <c:pt idx="21">
                  <c:v>9.4782674716913304E-3</c:v>
                </c:pt>
                <c:pt idx="22">
                  <c:v>9.4997737725503999E-3</c:v>
                </c:pt>
                <c:pt idx="23">
                  <c:v>9.5149606944742102E-3</c:v>
                </c:pt>
                <c:pt idx="24">
                  <c:v>9.5238015422986991E-3</c:v>
                </c:pt>
                <c:pt idx="25">
                  <c:v>9.5264444452001201E-3</c:v>
                </c:pt>
                <c:pt idx="26">
                  <c:v>9.5231682964755909E-3</c:v>
                </c:pt>
                <c:pt idx="27">
                  <c:v>9.5142974105666394E-3</c:v>
                </c:pt>
                <c:pt idx="28">
                  <c:v>9.5001975888664401E-3</c:v>
                </c:pt>
                <c:pt idx="29">
                  <c:v>9.4812784282929299E-3</c:v>
                </c:pt>
                <c:pt idx="30">
                  <c:v>9.4579527748319594E-3</c:v>
                </c:pt>
                <c:pt idx="31">
                  <c:v>9.4306129522012602E-3</c:v>
                </c:pt>
                <c:pt idx="32">
                  <c:v>9.3996261250757201E-3</c:v>
                </c:pt>
                <c:pt idx="33">
                  <c:v>9.3653834064999497E-3</c:v>
                </c:pt>
                <c:pt idx="34">
                  <c:v>9.3283166988200605E-3</c:v>
                </c:pt>
                <c:pt idx="35">
                  <c:v>9.2888785936260307E-3</c:v>
                </c:pt>
                <c:pt idx="36">
                  <c:v>9.2475476547364491E-3</c:v>
                </c:pt>
                <c:pt idx="37">
                  <c:v>9.2048423865036498E-3</c:v>
                </c:pt>
                <c:pt idx="38">
                  <c:v>9.1613186581329595E-3</c:v>
                </c:pt>
                <c:pt idx="39">
                  <c:v>9.1176155653927005E-3</c:v>
                </c:pt>
                <c:pt idx="40">
                  <c:v>9.0743583873598103E-3</c:v>
                </c:pt>
                <c:pt idx="41">
                  <c:v>9.0320886402821508E-3</c:v>
                </c:pt>
                <c:pt idx="42">
                  <c:v>8.9913483427728202E-3</c:v>
                </c:pt>
                <c:pt idx="43">
                  <c:v>8.9527272780489595E-3</c:v>
                </c:pt>
                <c:pt idx="44">
                  <c:v>8.9168607944283204E-3</c:v>
                </c:pt>
                <c:pt idx="45">
                  <c:v>8.8844021326770495E-3</c:v>
                </c:pt>
                <c:pt idx="46">
                  <c:v>8.8559840385988801E-3</c:v>
                </c:pt>
                <c:pt idx="47">
                  <c:v>8.8321789608050098E-3</c:v>
                </c:pt>
                <c:pt idx="48">
                  <c:v>8.8134695537445094E-3</c:v>
                </c:pt>
                <c:pt idx="49">
                  <c:v>8.8002233072701497E-3</c:v>
                </c:pt>
                <c:pt idx="50">
                  <c:v>8.7926736866177305E-3</c:v>
                </c:pt>
                <c:pt idx="51">
                  <c:v>8.7909097113101301E-3</c:v>
                </c:pt>
                <c:pt idx="52">
                  <c:v>8.7948774464985304E-3</c:v>
                </c:pt>
                <c:pt idx="53">
                  <c:v>8.8043941593269892E-3</c:v>
                </c:pt>
                <c:pt idx="54">
                  <c:v>8.8191686973240202E-3</c:v>
                </c:pt>
                <c:pt idx="55">
                  <c:v>8.8388184611527497E-3</c:v>
                </c:pt>
                <c:pt idx="56">
                  <c:v>8.8628790016378398E-3</c:v>
                </c:pt>
                <c:pt idx="57">
                  <c:v>8.8908093672328495E-3</c:v>
                </c:pt>
                <c:pt idx="58">
                  <c:v>8.9219996433553793E-3</c:v>
                </c:pt>
                <c:pt idx="59">
                  <c:v>8.9557838826006507E-3</c:v>
                </c:pt>
                <c:pt idx="60">
                  <c:v>8.9914577174943205E-3</c:v>
                </c:pt>
                <c:pt idx="61">
                  <c:v>9.0282997023518607E-3</c:v>
                </c:pt>
                <c:pt idx="62">
                  <c:v>9.0655982092520092E-3</c:v>
                </c:pt>
                <c:pt idx="63">
                  <c:v>9.1026768761410803E-3</c:v>
                </c:pt>
                <c:pt idx="64">
                  <c:v>9.1388783992345495E-3</c:v>
                </c:pt>
                <c:pt idx="65">
                  <c:v>9.1736181492285598E-3</c:v>
                </c:pt>
                <c:pt idx="66">
                  <c:v>9.2063794526573393E-3</c:v>
                </c:pt>
                <c:pt idx="67">
                  <c:v>9.2367235386543404E-3</c:v>
                </c:pt>
                <c:pt idx="68">
                  <c:v>9.2642766738211205E-3</c:v>
                </c:pt>
                <c:pt idx="69">
                  <c:v>9.2887289727794295E-3</c:v>
                </c:pt>
                <c:pt idx="70">
                  <c:v>9.3098334217147603E-3</c:v>
                </c:pt>
                <c:pt idx="71">
                  <c:v>9.3274040976776204E-3</c:v>
                </c:pt>
                <c:pt idx="72">
                  <c:v>9.3413137596662903E-3</c:v>
                </c:pt>
                <c:pt idx="73">
                  <c:v>9.3514906264422493E-3</c:v>
                </c:pt>
                <c:pt idx="74">
                  <c:v>9.3579129141654303E-3</c:v>
                </c:pt>
                <c:pt idx="75">
                  <c:v>9.3606083486137397E-3</c:v>
                </c:pt>
                <c:pt idx="76">
                  <c:v>9.3596553859238707E-3</c:v>
                </c:pt>
                <c:pt idx="77">
                  <c:v>9.3551698433025302E-3</c:v>
                </c:pt>
                <c:pt idx="78">
                  <c:v>9.3473007763573701E-3</c:v>
                </c:pt>
                <c:pt idx="79">
                  <c:v>9.3362325793975298E-3</c:v>
                </c:pt>
                <c:pt idx="80">
                  <c:v>9.3221860930767699E-3</c:v>
                </c:pt>
                <c:pt idx="81">
                  <c:v>9.3054087485044904E-3</c:v>
                </c:pt>
                <c:pt idx="82">
                  <c:v>9.2861726261832499E-3</c:v>
                </c:pt>
                <c:pt idx="83">
                  <c:v>9.2647743468696701E-3</c:v>
                </c:pt>
                <c:pt idx="84">
                  <c:v>9.2415351931578408E-3</c:v>
                </c:pt>
                <c:pt idx="85">
                  <c:v>9.2168001482426602E-3</c:v>
                </c:pt>
                <c:pt idx="86">
                  <c:v>9.1909361568873697E-3</c:v>
                </c:pt>
                <c:pt idx="87">
                  <c:v>9.1643280644209107E-3</c:v>
                </c:pt>
                <c:pt idx="88">
                  <c:v>9.1373707791337893E-3</c:v>
                </c:pt>
                <c:pt idx="89">
                  <c:v>9.1104709400973097E-3</c:v>
                </c:pt>
                <c:pt idx="90">
                  <c:v>9.0840493887938099E-3</c:v>
                </c:pt>
                <c:pt idx="91">
                  <c:v>9.0584962722730592E-3</c:v>
                </c:pt>
                <c:pt idx="92">
                  <c:v>9.0341833008626901E-3</c:v>
                </c:pt>
                <c:pt idx="93">
                  <c:v>9.0114695274077193E-3</c:v>
                </c:pt>
                <c:pt idx="94">
                  <c:v>8.9906957618042203E-3</c:v>
                </c:pt>
                <c:pt idx="95">
                  <c:v>8.9721773458595298E-3</c:v>
                </c:pt>
                <c:pt idx="96">
                  <c:v>8.9561957546677694E-3</c:v>
                </c:pt>
                <c:pt idx="97">
                  <c:v>8.9429910776077596E-3</c:v>
                </c:pt>
                <c:pt idx="98">
                  <c:v>8.9327550705120499E-3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05-4E3C-8C6E-69ABCE727F50}"/>
            </c:ext>
          </c:extLst>
        </c:ser>
        <c:ser>
          <c:idx val="0"/>
          <c:order val="1"/>
          <c:tx>
            <c:strRef>
              <c:f>Sheet1!$E$1</c:f>
              <c:strCache>
                <c:ptCount val="1"/>
                <c:pt idx="0">
                  <c:v>our method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Sheet1!$E$2:$E$102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05-4E3C-8C6E-69ABCE727F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1.2000000000000002E-2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3.0000000000000009E-3"/>
      </c:valAx>
    </c:plotArea>
    <c:legend>
      <c:legendPos val="b"/>
      <c:layout>
        <c:manualLayout>
          <c:xMode val="edge"/>
          <c:yMode val="edge"/>
          <c:x val="0.12958609150599693"/>
          <c:y val="0.43372986525730978"/>
          <c:w val="0.24994362797443143"/>
          <c:h val="0.245247499389368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4517193370915"/>
          <c:y val="8.5406120705867603E-2"/>
          <c:w val="0.84907531201249109"/>
          <c:h val="0.77365368156210468"/>
        </c:manualLayout>
      </c:layout>
      <c:lineChart>
        <c:grouping val="standard"/>
        <c:varyColors val="0"/>
        <c:ser>
          <c:idx val="3"/>
          <c:order val="0"/>
          <c:tx>
            <c:strRef>
              <c:f>Sheet1!$J$1</c:f>
              <c:strCache>
                <c:ptCount val="1"/>
                <c:pt idx="0">
                  <c:v>penalty-1e9</c:v>
                </c:pt>
              </c:strCache>
            </c:strRef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val>
            <c:numRef>
              <c:f>Sheet1!$J$2:$J$102</c:f>
              <c:numCache>
                <c:formatCode>0.00E+00</c:formatCode>
                <c:ptCount val="101"/>
                <c:pt idx="0">
                  <c:v>2.6563454856932101E-13</c:v>
                </c:pt>
                <c:pt idx="1">
                  <c:v>2.6597084888122602E-7</c:v>
                </c:pt>
                <c:pt idx="2">
                  <c:v>3.8104554832294601E-7</c:v>
                </c:pt>
                <c:pt idx="3">
                  <c:v>2.6604928574615601E-6</c:v>
                </c:pt>
                <c:pt idx="4">
                  <c:v>1.9221724367350899E-6</c:v>
                </c:pt>
                <c:pt idx="5">
                  <c:v>1.5781625381510201E-6</c:v>
                </c:pt>
                <c:pt idx="6">
                  <c:v>3.5391152593822E-6</c:v>
                </c:pt>
                <c:pt idx="7">
                  <c:v>2.0552426927059102E-6</c:v>
                </c:pt>
                <c:pt idx="8">
                  <c:v>2.4320589524964398E-6</c:v>
                </c:pt>
                <c:pt idx="9">
                  <c:v>3.07122850526971E-6</c:v>
                </c:pt>
                <c:pt idx="10">
                  <c:v>2.3940650253990802E-6</c:v>
                </c:pt>
                <c:pt idx="11">
                  <c:v>3.0946783554221101E-6</c:v>
                </c:pt>
                <c:pt idx="12">
                  <c:v>1.9436695116901198E-6</c:v>
                </c:pt>
                <c:pt idx="13">
                  <c:v>3.24964763335059E-6</c:v>
                </c:pt>
                <c:pt idx="14">
                  <c:v>1.8658851940777001E-6</c:v>
                </c:pt>
                <c:pt idx="15">
                  <c:v>3.49375846668124E-6</c:v>
                </c:pt>
                <c:pt idx="16">
                  <c:v>2.2737596882731199E-6</c:v>
                </c:pt>
                <c:pt idx="17">
                  <c:v>4.2740905042434802E-6</c:v>
                </c:pt>
                <c:pt idx="18">
                  <c:v>2.3886850328380298E-6</c:v>
                </c:pt>
                <c:pt idx="19">
                  <c:v>3.50000772037816E-6</c:v>
                </c:pt>
                <c:pt idx="20">
                  <c:v>2.10503372487132E-6</c:v>
                </c:pt>
                <c:pt idx="21">
                  <c:v>2.2399944483046298E-6</c:v>
                </c:pt>
                <c:pt idx="22">
                  <c:v>2.64096951570576E-6</c:v>
                </c:pt>
                <c:pt idx="23">
                  <c:v>3.03626996284594E-6</c:v>
                </c:pt>
                <c:pt idx="24">
                  <c:v>3.1946894687190399E-6</c:v>
                </c:pt>
                <c:pt idx="25">
                  <c:v>2.45655961961919E-6</c:v>
                </c:pt>
                <c:pt idx="26">
                  <c:v>2.71587782160721E-6</c:v>
                </c:pt>
                <c:pt idx="27">
                  <c:v>2.1757477079115901E-6</c:v>
                </c:pt>
                <c:pt idx="28">
                  <c:v>2.6322597955581398E-6</c:v>
                </c:pt>
                <c:pt idx="29">
                  <c:v>1.89921331067148E-6</c:v>
                </c:pt>
                <c:pt idx="30">
                  <c:v>2.13021108519106E-6</c:v>
                </c:pt>
                <c:pt idx="31">
                  <c:v>2.0352831230142599E-6</c:v>
                </c:pt>
                <c:pt idx="32">
                  <c:v>2.5214702851499998E-6</c:v>
                </c:pt>
                <c:pt idx="33">
                  <c:v>2.3103978175497002E-6</c:v>
                </c:pt>
                <c:pt idx="34">
                  <c:v>2.5983815876656402E-6</c:v>
                </c:pt>
                <c:pt idx="35">
                  <c:v>2.2123928944810601E-6</c:v>
                </c:pt>
                <c:pt idx="36">
                  <c:v>2.5740843461945501E-6</c:v>
                </c:pt>
                <c:pt idx="37">
                  <c:v>2.0846550528170498E-6</c:v>
                </c:pt>
                <c:pt idx="38">
                  <c:v>3.0833854057493898E-6</c:v>
                </c:pt>
                <c:pt idx="39">
                  <c:v>2.18850231474115E-6</c:v>
                </c:pt>
                <c:pt idx="40">
                  <c:v>3.0197407620391701E-6</c:v>
                </c:pt>
                <c:pt idx="41">
                  <c:v>1.9949463453111301E-6</c:v>
                </c:pt>
                <c:pt idx="42">
                  <c:v>2.9939998303267701E-6</c:v>
                </c:pt>
                <c:pt idx="43">
                  <c:v>2.04902599243991E-6</c:v>
                </c:pt>
                <c:pt idx="44">
                  <c:v>2.60930098429351E-6</c:v>
                </c:pt>
                <c:pt idx="45">
                  <c:v>1.9610786764674799E-6</c:v>
                </c:pt>
                <c:pt idx="46">
                  <c:v>2.38241262851221E-6</c:v>
                </c:pt>
                <c:pt idx="47">
                  <c:v>2.06679589025984E-6</c:v>
                </c:pt>
                <c:pt idx="48">
                  <c:v>2.3552168765558799E-6</c:v>
                </c:pt>
                <c:pt idx="49">
                  <c:v>1.9997019411334198E-6</c:v>
                </c:pt>
                <c:pt idx="50">
                  <c:v>2.3164938835730399E-6</c:v>
                </c:pt>
                <c:pt idx="51">
                  <c:v>2.2782147559513399E-6</c:v>
                </c:pt>
                <c:pt idx="52">
                  <c:v>1.9352835371123799E-6</c:v>
                </c:pt>
                <c:pt idx="53">
                  <c:v>1.7335594428174099E-6</c:v>
                </c:pt>
                <c:pt idx="54">
                  <c:v>2.2819337726071098E-6</c:v>
                </c:pt>
                <c:pt idx="55">
                  <c:v>2.2475376718137302E-6</c:v>
                </c:pt>
                <c:pt idx="56">
                  <c:v>2.2074722526752299E-6</c:v>
                </c:pt>
                <c:pt idx="57">
                  <c:v>1.8502901350791099E-6</c:v>
                </c:pt>
                <c:pt idx="58">
                  <c:v>1.96397252048814E-6</c:v>
                </c:pt>
                <c:pt idx="59">
                  <c:v>1.9716030631213401E-6</c:v>
                </c:pt>
                <c:pt idx="60">
                  <c:v>1.7636504690094101E-6</c:v>
                </c:pt>
                <c:pt idx="61">
                  <c:v>2.1396764080724599E-6</c:v>
                </c:pt>
                <c:pt idx="62">
                  <c:v>1.8736890765772201E-6</c:v>
                </c:pt>
                <c:pt idx="63">
                  <c:v>2.0867641534067299E-6</c:v>
                </c:pt>
                <c:pt idx="64">
                  <c:v>1.45212950061138E-6</c:v>
                </c:pt>
                <c:pt idx="65">
                  <c:v>2.1227472418989101E-6</c:v>
                </c:pt>
                <c:pt idx="66">
                  <c:v>2.6911965075191299E-6</c:v>
                </c:pt>
                <c:pt idx="67">
                  <c:v>2.3952481659573201E-6</c:v>
                </c:pt>
                <c:pt idx="68">
                  <c:v>2.7658755419451801E-6</c:v>
                </c:pt>
                <c:pt idx="69">
                  <c:v>2.03726599987491E-6</c:v>
                </c:pt>
                <c:pt idx="70">
                  <c:v>2.2283159981025102E-6</c:v>
                </c:pt>
                <c:pt idx="71">
                  <c:v>2.3999554618423298E-6</c:v>
                </c:pt>
                <c:pt idx="72">
                  <c:v>1.07755139986739E-6</c:v>
                </c:pt>
                <c:pt idx="73">
                  <c:v>1.9733245959671098E-6</c:v>
                </c:pt>
                <c:pt idx="74">
                  <c:v>1.24289644122325E-6</c:v>
                </c:pt>
                <c:pt idx="75">
                  <c:v>2.2650902140934701E-6</c:v>
                </c:pt>
                <c:pt idx="76">
                  <c:v>1.1000012383496301E-6</c:v>
                </c:pt>
                <c:pt idx="77">
                  <c:v>2.4454473311526902E-6</c:v>
                </c:pt>
                <c:pt idx="78">
                  <c:v>1.6338089453376799E-6</c:v>
                </c:pt>
                <c:pt idx="79">
                  <c:v>8.9632484158451902E-7</c:v>
                </c:pt>
                <c:pt idx="80">
                  <c:v>1.01240345358297E-6</c:v>
                </c:pt>
                <c:pt idx="81">
                  <c:v>1.76978355642189E-6</c:v>
                </c:pt>
                <c:pt idx="82">
                  <c:v>1.4067268021485499E-6</c:v>
                </c:pt>
                <c:pt idx="83">
                  <c:v>1.9311758059319298E-6</c:v>
                </c:pt>
                <c:pt idx="84">
                  <c:v>1.44023375216333E-6</c:v>
                </c:pt>
                <c:pt idx="85">
                  <c:v>2.16110306530791E-6</c:v>
                </c:pt>
                <c:pt idx="86">
                  <c:v>1.67703847527248E-6</c:v>
                </c:pt>
                <c:pt idx="87">
                  <c:v>1.7405484640332699E-6</c:v>
                </c:pt>
                <c:pt idx="88">
                  <c:v>1.2254263848560301E-6</c:v>
                </c:pt>
                <c:pt idx="89">
                  <c:v>5.6759457667182799E-7</c:v>
                </c:pt>
                <c:pt idx="90">
                  <c:v>2.1720138715671501E-6</c:v>
                </c:pt>
                <c:pt idx="91">
                  <c:v>1.12661867848633E-6</c:v>
                </c:pt>
                <c:pt idx="92">
                  <c:v>2.6674495730709901E-6</c:v>
                </c:pt>
                <c:pt idx="93">
                  <c:v>2.4992131604003298E-6</c:v>
                </c:pt>
                <c:pt idx="94">
                  <c:v>1.4012595316386199E-6</c:v>
                </c:pt>
                <c:pt idx="95">
                  <c:v>1.6289954059698101E-6</c:v>
                </c:pt>
                <c:pt idx="96">
                  <c:v>1.5757519435955199E-6</c:v>
                </c:pt>
                <c:pt idx="97">
                  <c:v>2.0829438005257602E-6</c:v>
                </c:pt>
                <c:pt idx="98">
                  <c:v>1.5502918795554E-6</c:v>
                </c:pt>
                <c:pt idx="99">
                  <c:v>1.3459115754210701E-6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32-432F-B136-2063C9C3A233}"/>
            </c:ext>
          </c:extLst>
        </c:ser>
        <c:ser>
          <c:idx val="0"/>
          <c:order val="1"/>
          <c:tx>
            <c:strRef>
              <c:f>Sheet1!$I$1</c:f>
              <c:strCache>
                <c:ptCount val="1"/>
                <c:pt idx="0">
                  <c:v>penalty-1e2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Sheet1!$I$2:$I$102</c:f>
              <c:numCache>
                <c:formatCode>General</c:formatCode>
                <c:ptCount val="101"/>
                <c:pt idx="0" formatCode="0.00E+00">
                  <c:v>2.6563454856932101E-13</c:v>
                </c:pt>
                <c:pt idx="1">
                  <c:v>1.0035326480679601</c:v>
                </c:pt>
                <c:pt idx="2">
                  <c:v>2.4104984297855001</c:v>
                </c:pt>
                <c:pt idx="3">
                  <c:v>2.7988658353652198</c:v>
                </c:pt>
                <c:pt idx="4">
                  <c:v>2.6816716831881702</c:v>
                </c:pt>
                <c:pt idx="5">
                  <c:v>2.4941803223728001</c:v>
                </c:pt>
                <c:pt idx="6">
                  <c:v>2.3469450880768501</c:v>
                </c:pt>
                <c:pt idx="7">
                  <c:v>2.2500974897689998</c:v>
                </c:pt>
                <c:pt idx="8">
                  <c:v>2.1949577921013801</c:v>
                </c:pt>
                <c:pt idx="9">
                  <c:v>2.1695899710619901</c:v>
                </c:pt>
                <c:pt idx="10">
                  <c:v>2.1617865121795199</c:v>
                </c:pt>
                <c:pt idx="11">
                  <c:v>2.1613520163584501</c:v>
                </c:pt>
                <c:pt idx="12">
                  <c:v>2.1616470461568702</c:v>
                </c:pt>
                <c:pt idx="13">
                  <c:v>2.1596652488850698</c:v>
                </c:pt>
                <c:pt idx="14">
                  <c:v>2.1549843634856098</c:v>
                </c:pt>
                <c:pt idx="15">
                  <c:v>2.1484450151014198</c:v>
                </c:pt>
                <c:pt idx="16">
                  <c:v>2.14116644525182</c:v>
                </c:pt>
                <c:pt idx="17">
                  <c:v>2.1340282274647899</c:v>
                </c:pt>
                <c:pt idx="18">
                  <c:v>2.1275300571310001</c:v>
                </c:pt>
                <c:pt idx="19">
                  <c:v>2.1218615978046298</c:v>
                </c:pt>
                <c:pt idx="20">
                  <c:v>2.1170335833617502</c:v>
                </c:pt>
                <c:pt idx="21">
                  <c:v>2.1130068766156498</c:v>
                </c:pt>
                <c:pt idx="22">
                  <c:v>2.1097399448881902</c:v>
                </c:pt>
                <c:pt idx="23">
                  <c:v>2.1071856838718399</c:v>
                </c:pt>
                <c:pt idx="24">
                  <c:v>2.1053346065932899</c:v>
                </c:pt>
                <c:pt idx="25">
                  <c:v>2.1042029419670101</c:v>
                </c:pt>
                <c:pt idx="26">
                  <c:v>2.1038027287264698</c:v>
                </c:pt>
                <c:pt idx="27">
                  <c:v>2.1041397707992702</c:v>
                </c:pt>
                <c:pt idx="28">
                  <c:v>2.1052008898477101</c:v>
                </c:pt>
                <c:pt idx="29">
                  <c:v>2.1069611005053202</c:v>
                </c:pt>
                <c:pt idx="30">
                  <c:v>2.1093903796256201</c:v>
                </c:pt>
                <c:pt idx="31">
                  <c:v>2.1124496926814098</c:v>
                </c:pt>
                <c:pt idx="32">
                  <c:v>2.11608724206428</c:v>
                </c:pt>
                <c:pt idx="33">
                  <c:v>2.1202363499411399</c:v>
                </c:pt>
                <c:pt idx="34">
                  <c:v>2.1248287468808198</c:v>
                </c:pt>
                <c:pt idx="35">
                  <c:v>2.1297970702679301</c:v>
                </c:pt>
                <c:pt idx="36">
                  <c:v>2.13506765737093</c:v>
                </c:pt>
                <c:pt idx="37">
                  <c:v>2.14056175093687</c:v>
                </c:pt>
                <c:pt idx="38">
                  <c:v>2.1461997724484099</c:v>
                </c:pt>
                <c:pt idx="39">
                  <c:v>2.1519016441473102</c:v>
                </c:pt>
                <c:pt idx="40">
                  <c:v>2.1576040384028801</c:v>
                </c:pt>
                <c:pt idx="41">
                  <c:v>2.16323913580672</c:v>
                </c:pt>
                <c:pt idx="42">
                  <c:v>2.1687150516617799</c:v>
                </c:pt>
                <c:pt idx="43">
                  <c:v>2.1739343493800001</c:v>
                </c:pt>
                <c:pt idx="44">
                  <c:v>2.17880661242368</c:v>
                </c:pt>
                <c:pt idx="45">
                  <c:v>2.1832522124446601</c:v>
                </c:pt>
                <c:pt idx="46">
                  <c:v>2.1872024669501702</c:v>
                </c:pt>
                <c:pt idx="47">
                  <c:v>2.1905989615439601</c:v>
                </c:pt>
                <c:pt idx="48">
                  <c:v>2.19339265787454</c:v>
                </c:pt>
                <c:pt idx="49">
                  <c:v>2.19554515780926</c:v>
                </c:pt>
                <c:pt idx="50">
                  <c:v>2.1970296457400198</c:v>
                </c:pt>
                <c:pt idx="51">
                  <c:v>2.1978312088108098</c:v>
                </c:pt>
                <c:pt idx="52">
                  <c:v>2.1979463346146102</c:v>
                </c:pt>
                <c:pt idx="53">
                  <c:v>2.1973824236625998</c:v>
                </c:pt>
                <c:pt idx="54">
                  <c:v>2.1961584033320198</c:v>
                </c:pt>
                <c:pt idx="55">
                  <c:v>2.1943060651130999</c:v>
                </c:pt>
                <c:pt idx="56">
                  <c:v>2.1918704491601302</c:v>
                </c:pt>
                <c:pt idx="57">
                  <c:v>2.18890835495632</c:v>
                </c:pt>
                <c:pt idx="58">
                  <c:v>2.1854854162086701</c:v>
                </c:pt>
                <c:pt idx="59">
                  <c:v>2.1816731169546602</c:v>
                </c:pt>
                <c:pt idx="60">
                  <c:v>2.17754642454527</c:v>
                </c:pt>
                <c:pt idx="61">
                  <c:v>2.17318191559596</c:v>
                </c:pt>
                <c:pt idx="62">
                  <c:v>2.1686563782873698</c:v>
                </c:pt>
                <c:pt idx="63">
                  <c:v>2.1640471761271698</c:v>
                </c:pt>
                <c:pt idx="64">
                  <c:v>2.1594336454804202</c:v>
                </c:pt>
                <c:pt idx="65">
                  <c:v>2.1548863521436701</c:v>
                </c:pt>
                <c:pt idx="66">
                  <c:v>2.1504764799687499</c:v>
                </c:pt>
                <c:pt idx="67">
                  <c:v>2.1462716346841302</c:v>
                </c:pt>
                <c:pt idx="68">
                  <c:v>2.1423364290342399</c:v>
                </c:pt>
                <c:pt idx="69">
                  <c:v>2.1387285540721499</c:v>
                </c:pt>
                <c:pt idx="70">
                  <c:v>2.1354981325504601</c:v>
                </c:pt>
                <c:pt idx="71">
                  <c:v>2.13268732054284</c:v>
                </c:pt>
                <c:pt idx="72">
                  <c:v>2.1303301180419498</c:v>
                </c:pt>
                <c:pt idx="73">
                  <c:v>2.1284523227999901</c:v>
                </c:pt>
                <c:pt idx="74">
                  <c:v>2.1270713956006899</c:v>
                </c:pt>
                <c:pt idx="75">
                  <c:v>2.1261958499782501</c:v>
                </c:pt>
                <c:pt idx="76">
                  <c:v>2.12582614610203</c:v>
                </c:pt>
                <c:pt idx="77">
                  <c:v>2.1259565965299099</c:v>
                </c:pt>
                <c:pt idx="78">
                  <c:v>2.1265733907036402</c:v>
                </c:pt>
                <c:pt idx="79">
                  <c:v>2.1276548398069899</c:v>
                </c:pt>
                <c:pt idx="80">
                  <c:v>2.1291729691868699</c:v>
                </c:pt>
                <c:pt idx="81">
                  <c:v>2.1310952730164798</c:v>
                </c:pt>
                <c:pt idx="82">
                  <c:v>2.1333836499180499</c:v>
                </c:pt>
                <c:pt idx="83">
                  <c:v>2.1359949471921298</c:v>
                </c:pt>
                <c:pt idx="84">
                  <c:v>2.1388819464631599</c:v>
                </c:pt>
                <c:pt idx="85">
                  <c:v>2.1419944664645598</c:v>
                </c:pt>
                <c:pt idx="86">
                  <c:v>2.1452803619732599</c:v>
                </c:pt>
                <c:pt idx="87">
                  <c:v>2.1486865444794199</c:v>
                </c:pt>
                <c:pt idx="88">
                  <c:v>2.1521596432187802</c:v>
                </c:pt>
                <c:pt idx="89">
                  <c:v>2.1556457768719199</c:v>
                </c:pt>
                <c:pt idx="90">
                  <c:v>2.15909310046082</c:v>
                </c:pt>
                <c:pt idx="91">
                  <c:v>2.1624558248907202</c:v>
                </c:pt>
                <c:pt idx="92">
                  <c:v>2.1656848423032198</c:v>
                </c:pt>
                <c:pt idx="93">
                  <c:v>2.1687320850021599</c:v>
                </c:pt>
                <c:pt idx="94">
                  <c:v>2.1715536536501401</c:v>
                </c:pt>
                <c:pt idx="95">
                  <c:v>2.1741103283432901</c:v>
                </c:pt>
                <c:pt idx="96">
                  <c:v>2.17636795943976</c:v>
                </c:pt>
                <c:pt idx="97">
                  <c:v>2.1782976015176501</c:v>
                </c:pt>
                <c:pt idx="98">
                  <c:v>2.17987577644901</c:v>
                </c:pt>
                <c:pt idx="99">
                  <c:v>2.1810845942614701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C32-432F-B136-2063C9C3A2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logBase val="10"/>
          <c:orientation val="minMax"/>
          <c:max val="1000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10000"/>
      </c:valAx>
    </c:plotArea>
    <c:legend>
      <c:legendPos val="b"/>
      <c:layout>
        <c:manualLayout>
          <c:xMode val="edge"/>
          <c:yMode val="edge"/>
          <c:x val="0.55908467926196137"/>
          <c:y val="0.30910798802657968"/>
          <c:w val="0.25787239604519402"/>
          <c:h val="0.413863661296389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509751754180586E-2"/>
          <c:y val="6.6666666666666666E-2"/>
          <c:w val="0.45667055824767655"/>
          <c:h val="0.81302034120734912"/>
        </c:manualLayout>
      </c:layout>
      <c:lineChart>
        <c:grouping val="standard"/>
        <c:varyColors val="0"/>
        <c:ser>
          <c:idx val="1"/>
          <c:order val="0"/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</c:marker>
          <c:val>
            <c:numRef>
              <c:f>Sheet1!$I$3:$I$103</c:f>
              <c:numCache>
                <c:formatCode>General</c:formatCode>
                <c:ptCount val="101"/>
                <c:pt idx="0">
                  <c:v>1.0035326480679601</c:v>
                </c:pt>
                <c:pt idx="1">
                  <c:v>2.4104984297855001</c:v>
                </c:pt>
                <c:pt idx="2">
                  <c:v>2.7988658353652198</c:v>
                </c:pt>
                <c:pt idx="3">
                  <c:v>2.6816716831881702</c:v>
                </c:pt>
                <c:pt idx="4">
                  <c:v>2.4941803223728001</c:v>
                </c:pt>
                <c:pt idx="5">
                  <c:v>2.3469450880768501</c:v>
                </c:pt>
                <c:pt idx="6">
                  <c:v>2.2500974897689998</c:v>
                </c:pt>
                <c:pt idx="7">
                  <c:v>2.1949577921013801</c:v>
                </c:pt>
                <c:pt idx="8">
                  <c:v>2.1695899710619901</c:v>
                </c:pt>
                <c:pt idx="9">
                  <c:v>2.1617865121795199</c:v>
                </c:pt>
                <c:pt idx="10">
                  <c:v>2.1613520163584501</c:v>
                </c:pt>
                <c:pt idx="11">
                  <c:v>2.1616470461568702</c:v>
                </c:pt>
                <c:pt idx="12">
                  <c:v>2.1596652488850698</c:v>
                </c:pt>
                <c:pt idx="13">
                  <c:v>2.1549843634856098</c:v>
                </c:pt>
                <c:pt idx="14">
                  <c:v>2.1484450151014198</c:v>
                </c:pt>
                <c:pt idx="15">
                  <c:v>2.14116644525182</c:v>
                </c:pt>
                <c:pt idx="16">
                  <c:v>2.1340282274647899</c:v>
                </c:pt>
                <c:pt idx="17">
                  <c:v>2.1275300571310001</c:v>
                </c:pt>
                <c:pt idx="18">
                  <c:v>2.1218615978046298</c:v>
                </c:pt>
                <c:pt idx="19">
                  <c:v>2.1170335833617502</c:v>
                </c:pt>
                <c:pt idx="20">
                  <c:v>2.1130068766156498</c:v>
                </c:pt>
                <c:pt idx="21">
                  <c:v>2.1097399448881902</c:v>
                </c:pt>
                <c:pt idx="22">
                  <c:v>2.1071856838718399</c:v>
                </c:pt>
                <c:pt idx="23">
                  <c:v>2.1053346065932899</c:v>
                </c:pt>
                <c:pt idx="24">
                  <c:v>2.1042029419670101</c:v>
                </c:pt>
                <c:pt idx="25">
                  <c:v>2.1038027287264698</c:v>
                </c:pt>
                <c:pt idx="26">
                  <c:v>2.1041397707992702</c:v>
                </c:pt>
                <c:pt idx="27">
                  <c:v>2.1052008898477101</c:v>
                </c:pt>
                <c:pt idx="28">
                  <c:v>2.1069611005053202</c:v>
                </c:pt>
                <c:pt idx="29">
                  <c:v>2.1093903796256201</c:v>
                </c:pt>
                <c:pt idx="30">
                  <c:v>2.1124496926814098</c:v>
                </c:pt>
                <c:pt idx="31">
                  <c:v>2.11608724206428</c:v>
                </c:pt>
                <c:pt idx="32">
                  <c:v>2.1202363499411399</c:v>
                </c:pt>
                <c:pt idx="33">
                  <c:v>2.1248287468808198</c:v>
                </c:pt>
                <c:pt idx="34">
                  <c:v>2.1297970702679301</c:v>
                </c:pt>
                <c:pt idx="35">
                  <c:v>2.13506765737093</c:v>
                </c:pt>
                <c:pt idx="36">
                  <c:v>2.14056175093687</c:v>
                </c:pt>
                <c:pt idx="37">
                  <c:v>2.1461997724484099</c:v>
                </c:pt>
                <c:pt idx="38">
                  <c:v>2.1519016441473102</c:v>
                </c:pt>
                <c:pt idx="39">
                  <c:v>2.1576040384028801</c:v>
                </c:pt>
                <c:pt idx="40">
                  <c:v>2.16323913580672</c:v>
                </c:pt>
                <c:pt idx="41">
                  <c:v>2.1687150516617799</c:v>
                </c:pt>
                <c:pt idx="42">
                  <c:v>2.1739343493800001</c:v>
                </c:pt>
                <c:pt idx="43">
                  <c:v>2.17880661242368</c:v>
                </c:pt>
                <c:pt idx="44">
                  <c:v>2.1832522124446601</c:v>
                </c:pt>
                <c:pt idx="45">
                  <c:v>2.1872024669501702</c:v>
                </c:pt>
                <c:pt idx="46">
                  <c:v>2.1905989615439601</c:v>
                </c:pt>
                <c:pt idx="47">
                  <c:v>2.19339265787454</c:v>
                </c:pt>
                <c:pt idx="48">
                  <c:v>2.19554515780926</c:v>
                </c:pt>
                <c:pt idx="49">
                  <c:v>2.1970296457400198</c:v>
                </c:pt>
                <c:pt idx="50">
                  <c:v>2.1978312088108098</c:v>
                </c:pt>
                <c:pt idx="51">
                  <c:v>2.1979463346146102</c:v>
                </c:pt>
                <c:pt idx="52">
                  <c:v>2.1973824236625998</c:v>
                </c:pt>
                <c:pt idx="53">
                  <c:v>2.1961584033320198</c:v>
                </c:pt>
                <c:pt idx="54">
                  <c:v>2.1943060651130999</c:v>
                </c:pt>
                <c:pt idx="55">
                  <c:v>2.1918704491601302</c:v>
                </c:pt>
                <c:pt idx="56">
                  <c:v>2.18890835495632</c:v>
                </c:pt>
                <c:pt idx="57">
                  <c:v>2.1854854162086701</c:v>
                </c:pt>
                <c:pt idx="58">
                  <c:v>2.1816731169546602</c:v>
                </c:pt>
                <c:pt idx="59">
                  <c:v>2.17754642454527</c:v>
                </c:pt>
                <c:pt idx="60">
                  <c:v>2.17318191559596</c:v>
                </c:pt>
                <c:pt idx="61">
                  <c:v>2.1686563782873698</c:v>
                </c:pt>
                <c:pt idx="62">
                  <c:v>2.1640471761271698</c:v>
                </c:pt>
                <c:pt idx="63">
                  <c:v>2.1594336454804202</c:v>
                </c:pt>
                <c:pt idx="64">
                  <c:v>2.1548863521436701</c:v>
                </c:pt>
                <c:pt idx="65">
                  <c:v>2.1504764799687499</c:v>
                </c:pt>
                <c:pt idx="66">
                  <c:v>2.1462716346841302</c:v>
                </c:pt>
                <c:pt idx="67">
                  <c:v>2.1423364290342399</c:v>
                </c:pt>
                <c:pt idx="68">
                  <c:v>2.1387285540721499</c:v>
                </c:pt>
                <c:pt idx="69">
                  <c:v>2.1354981325504601</c:v>
                </c:pt>
                <c:pt idx="70">
                  <c:v>2.13268732054284</c:v>
                </c:pt>
                <c:pt idx="71">
                  <c:v>2.1303301180419498</c:v>
                </c:pt>
                <c:pt idx="72">
                  <c:v>2.1284523227999901</c:v>
                </c:pt>
                <c:pt idx="73">
                  <c:v>2.1270713956006899</c:v>
                </c:pt>
                <c:pt idx="74">
                  <c:v>2.1261958499782501</c:v>
                </c:pt>
                <c:pt idx="75">
                  <c:v>2.12582614610203</c:v>
                </c:pt>
                <c:pt idx="76">
                  <c:v>2.1259565965299099</c:v>
                </c:pt>
                <c:pt idx="77">
                  <c:v>2.1265733907036402</c:v>
                </c:pt>
                <c:pt idx="78">
                  <c:v>2.1276548398069899</c:v>
                </c:pt>
                <c:pt idx="79">
                  <c:v>2.1291729691868699</c:v>
                </c:pt>
                <c:pt idx="80">
                  <c:v>2.1310952730164798</c:v>
                </c:pt>
                <c:pt idx="81">
                  <c:v>2.1333836499180499</c:v>
                </c:pt>
                <c:pt idx="82">
                  <c:v>2.1359949471921298</c:v>
                </c:pt>
                <c:pt idx="83">
                  <c:v>2.1388819464631599</c:v>
                </c:pt>
                <c:pt idx="84">
                  <c:v>2.1419944664645598</c:v>
                </c:pt>
                <c:pt idx="85">
                  <c:v>2.1452803619732599</c:v>
                </c:pt>
                <c:pt idx="86">
                  <c:v>2.1486865444794199</c:v>
                </c:pt>
                <c:pt idx="87">
                  <c:v>2.1521596432187802</c:v>
                </c:pt>
                <c:pt idx="88">
                  <c:v>2.1556457768719199</c:v>
                </c:pt>
                <c:pt idx="89">
                  <c:v>2.15909310046082</c:v>
                </c:pt>
                <c:pt idx="90">
                  <c:v>2.1624558248907202</c:v>
                </c:pt>
                <c:pt idx="91">
                  <c:v>2.1656848423032198</c:v>
                </c:pt>
                <c:pt idx="92">
                  <c:v>2.1687320850021599</c:v>
                </c:pt>
                <c:pt idx="93">
                  <c:v>2.1715536536501401</c:v>
                </c:pt>
                <c:pt idx="94">
                  <c:v>2.1741103283432901</c:v>
                </c:pt>
                <c:pt idx="95">
                  <c:v>2.17636795943976</c:v>
                </c:pt>
                <c:pt idx="96">
                  <c:v>2.1782976015176501</c:v>
                </c:pt>
                <c:pt idx="97">
                  <c:v>2.17987577644901</c:v>
                </c:pt>
                <c:pt idx="98">
                  <c:v>2.1810845942614701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0E-4C7D-8C63-F3E6901A3F1E}"/>
            </c:ext>
          </c:extLst>
        </c:ser>
        <c:ser>
          <c:idx val="0"/>
          <c:order val="1"/>
          <c:spPr>
            <a:ln w="19050" cap="rnd" cmpd="sng" algn="ctr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val>
            <c:numRef>
              <c:f>Sheet1!$E$3:$E$103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0E-4C7D-8C63-F3E6901A3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3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1"/>
      </c:valAx>
    </c:plotArea>
    <c:legend>
      <c:legendPos val="b"/>
      <c:layout>
        <c:manualLayout>
          <c:xMode val="edge"/>
          <c:yMode val="edge"/>
          <c:x val="0.17517102775055193"/>
          <c:y val="0.35887471230840751"/>
          <c:w val="0.11784648170614903"/>
          <c:h val="0.38612696850393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lang="en-US"/>
      </a:pPr>
      <a:endParaRPr lang="zh-CN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rnd" cmpd="sng" algn="ctr">
              <a:solidFill>
                <a:schemeClr val="accent4"/>
              </a:solidFill>
              <a:prstDash val="solid"/>
              <a:round/>
            </a:ln>
          </c:spPr>
          <c:marker>
            <c:symbol val="none"/>
          </c:marker>
          <c:val>
            <c:numRef>
              <c:f>Sheet1!$J$3:$J$103</c:f>
              <c:numCache>
                <c:formatCode>0.00E+00</c:formatCode>
                <c:ptCount val="101"/>
                <c:pt idx="0">
                  <c:v>2.6597084888122602E-7</c:v>
                </c:pt>
                <c:pt idx="1">
                  <c:v>3.8104554832294601E-7</c:v>
                </c:pt>
                <c:pt idx="2">
                  <c:v>2.6604928574615601E-6</c:v>
                </c:pt>
                <c:pt idx="3">
                  <c:v>1.9221724367350899E-6</c:v>
                </c:pt>
                <c:pt idx="4">
                  <c:v>1.5781625381510201E-6</c:v>
                </c:pt>
                <c:pt idx="5">
                  <c:v>3.5391152593822E-6</c:v>
                </c:pt>
                <c:pt idx="6">
                  <c:v>2.0552426927059102E-6</c:v>
                </c:pt>
                <c:pt idx="7">
                  <c:v>2.4320589524964398E-6</c:v>
                </c:pt>
                <c:pt idx="8">
                  <c:v>3.07122850526971E-6</c:v>
                </c:pt>
                <c:pt idx="9">
                  <c:v>2.3940650253990802E-6</c:v>
                </c:pt>
                <c:pt idx="10">
                  <c:v>3.0946783554221101E-6</c:v>
                </c:pt>
                <c:pt idx="11">
                  <c:v>1.9436695116901198E-6</c:v>
                </c:pt>
                <c:pt idx="12">
                  <c:v>3.24964763335059E-6</c:v>
                </c:pt>
                <c:pt idx="13">
                  <c:v>1.8658851940777001E-6</c:v>
                </c:pt>
                <c:pt idx="14">
                  <c:v>3.49375846668124E-6</c:v>
                </c:pt>
                <c:pt idx="15">
                  <c:v>2.2737596882731199E-6</c:v>
                </c:pt>
                <c:pt idx="16">
                  <c:v>4.2740905042434802E-6</c:v>
                </c:pt>
                <c:pt idx="17">
                  <c:v>2.3886850328380298E-6</c:v>
                </c:pt>
                <c:pt idx="18">
                  <c:v>3.50000772037816E-6</c:v>
                </c:pt>
                <c:pt idx="19">
                  <c:v>2.10503372487132E-6</c:v>
                </c:pt>
                <c:pt idx="20">
                  <c:v>2.2399944483046298E-6</c:v>
                </c:pt>
                <c:pt idx="21">
                  <c:v>2.64096951570576E-6</c:v>
                </c:pt>
                <c:pt idx="22">
                  <c:v>3.03626996284594E-6</c:v>
                </c:pt>
                <c:pt idx="23">
                  <c:v>3.1946894687190399E-6</c:v>
                </c:pt>
                <c:pt idx="24">
                  <c:v>2.45655961961919E-6</c:v>
                </c:pt>
                <c:pt idx="25">
                  <c:v>2.71587782160721E-6</c:v>
                </c:pt>
                <c:pt idx="26">
                  <c:v>2.1757477079115901E-6</c:v>
                </c:pt>
                <c:pt idx="27">
                  <c:v>2.6322597955581398E-6</c:v>
                </c:pt>
                <c:pt idx="28">
                  <c:v>1.89921331067148E-6</c:v>
                </c:pt>
                <c:pt idx="29">
                  <c:v>2.13021108519106E-6</c:v>
                </c:pt>
                <c:pt idx="30">
                  <c:v>2.0352831230142599E-6</c:v>
                </c:pt>
                <c:pt idx="31">
                  <c:v>2.5214702851499998E-6</c:v>
                </c:pt>
                <c:pt idx="32">
                  <c:v>2.3103978175497002E-6</c:v>
                </c:pt>
                <c:pt idx="33">
                  <c:v>2.5983815876656402E-6</c:v>
                </c:pt>
                <c:pt idx="34">
                  <c:v>2.2123928944810601E-6</c:v>
                </c:pt>
                <c:pt idx="35">
                  <c:v>2.5740843461945501E-6</c:v>
                </c:pt>
                <c:pt idx="36">
                  <c:v>2.0846550528170498E-6</c:v>
                </c:pt>
                <c:pt idx="37">
                  <c:v>3.0833854057493898E-6</c:v>
                </c:pt>
                <c:pt idx="38">
                  <c:v>2.18850231474115E-6</c:v>
                </c:pt>
                <c:pt idx="39">
                  <c:v>3.0197407620391701E-6</c:v>
                </c:pt>
                <c:pt idx="40">
                  <c:v>1.9949463453111301E-6</c:v>
                </c:pt>
                <c:pt idx="41">
                  <c:v>2.9939998303267701E-6</c:v>
                </c:pt>
                <c:pt idx="42">
                  <c:v>2.04902599243991E-6</c:v>
                </c:pt>
                <c:pt idx="43">
                  <c:v>2.60930098429351E-6</c:v>
                </c:pt>
                <c:pt idx="44">
                  <c:v>1.9610786764674799E-6</c:v>
                </c:pt>
                <c:pt idx="45">
                  <c:v>2.38241262851221E-6</c:v>
                </c:pt>
                <c:pt idx="46">
                  <c:v>2.06679589025984E-6</c:v>
                </c:pt>
                <c:pt idx="47">
                  <c:v>2.3552168765558799E-6</c:v>
                </c:pt>
                <c:pt idx="48">
                  <c:v>1.9997019411334198E-6</c:v>
                </c:pt>
                <c:pt idx="49">
                  <c:v>2.3164938835730399E-6</c:v>
                </c:pt>
                <c:pt idx="50">
                  <c:v>2.2782147559513399E-6</c:v>
                </c:pt>
                <c:pt idx="51">
                  <c:v>1.9352835371123799E-6</c:v>
                </c:pt>
                <c:pt idx="52">
                  <c:v>1.7335594428174099E-6</c:v>
                </c:pt>
                <c:pt idx="53">
                  <c:v>2.2819337726071098E-6</c:v>
                </c:pt>
                <c:pt idx="54">
                  <c:v>2.2475376718137302E-6</c:v>
                </c:pt>
                <c:pt idx="55">
                  <c:v>2.2074722526752299E-6</c:v>
                </c:pt>
                <c:pt idx="56">
                  <c:v>1.8502901350791099E-6</c:v>
                </c:pt>
                <c:pt idx="57">
                  <c:v>1.96397252048814E-6</c:v>
                </c:pt>
                <c:pt idx="58">
                  <c:v>1.9716030631213401E-6</c:v>
                </c:pt>
                <c:pt idx="59">
                  <c:v>1.7636504690094101E-6</c:v>
                </c:pt>
                <c:pt idx="60">
                  <c:v>2.1396764080724599E-6</c:v>
                </c:pt>
                <c:pt idx="61">
                  <c:v>1.8736890765772201E-6</c:v>
                </c:pt>
                <c:pt idx="62">
                  <c:v>2.0867641534067299E-6</c:v>
                </c:pt>
                <c:pt idx="63">
                  <c:v>1.45212950061138E-6</c:v>
                </c:pt>
                <c:pt idx="64">
                  <c:v>2.1227472418989101E-6</c:v>
                </c:pt>
                <c:pt idx="65">
                  <c:v>2.6911965075191299E-6</c:v>
                </c:pt>
                <c:pt idx="66">
                  <c:v>2.3952481659573201E-6</c:v>
                </c:pt>
                <c:pt idx="67">
                  <c:v>2.7658755419451801E-6</c:v>
                </c:pt>
                <c:pt idx="68">
                  <c:v>2.03726599987491E-6</c:v>
                </c:pt>
                <c:pt idx="69">
                  <c:v>2.2283159981025102E-6</c:v>
                </c:pt>
                <c:pt idx="70">
                  <c:v>2.3999554618423298E-6</c:v>
                </c:pt>
                <c:pt idx="71">
                  <c:v>1.07755139986739E-6</c:v>
                </c:pt>
                <c:pt idx="72">
                  <c:v>1.9733245959671098E-6</c:v>
                </c:pt>
                <c:pt idx="73">
                  <c:v>1.24289644122325E-6</c:v>
                </c:pt>
                <c:pt idx="74">
                  <c:v>2.2650902140934701E-6</c:v>
                </c:pt>
                <c:pt idx="75">
                  <c:v>1.1000012383496301E-6</c:v>
                </c:pt>
                <c:pt idx="76">
                  <c:v>2.4454473311526902E-6</c:v>
                </c:pt>
                <c:pt idx="77">
                  <c:v>1.6338089453376799E-6</c:v>
                </c:pt>
                <c:pt idx="78">
                  <c:v>8.9632484158451902E-7</c:v>
                </c:pt>
                <c:pt idx="79">
                  <c:v>1.01240345358297E-6</c:v>
                </c:pt>
                <c:pt idx="80">
                  <c:v>1.76978355642189E-6</c:v>
                </c:pt>
                <c:pt idx="81">
                  <c:v>1.4067268021485499E-6</c:v>
                </c:pt>
                <c:pt idx="82">
                  <c:v>1.9311758059319298E-6</c:v>
                </c:pt>
                <c:pt idx="83">
                  <c:v>1.44023375216333E-6</c:v>
                </c:pt>
                <c:pt idx="84">
                  <c:v>2.16110306530791E-6</c:v>
                </c:pt>
                <c:pt idx="85">
                  <c:v>1.67703847527248E-6</c:v>
                </c:pt>
                <c:pt idx="86">
                  <c:v>1.7405484640332699E-6</c:v>
                </c:pt>
                <c:pt idx="87">
                  <c:v>1.2254263848560301E-6</c:v>
                </c:pt>
                <c:pt idx="88">
                  <c:v>5.6759457667182799E-7</c:v>
                </c:pt>
                <c:pt idx="89">
                  <c:v>2.1720138715671501E-6</c:v>
                </c:pt>
                <c:pt idx="90">
                  <c:v>1.12661867848633E-6</c:v>
                </c:pt>
                <c:pt idx="91">
                  <c:v>2.6674495730709901E-6</c:v>
                </c:pt>
                <c:pt idx="92">
                  <c:v>2.4992131604003298E-6</c:v>
                </c:pt>
                <c:pt idx="93">
                  <c:v>1.4012595316386199E-6</c:v>
                </c:pt>
                <c:pt idx="94">
                  <c:v>1.6289954059698101E-6</c:v>
                </c:pt>
                <c:pt idx="95">
                  <c:v>1.5757519435955199E-6</c:v>
                </c:pt>
                <c:pt idx="96">
                  <c:v>2.0829438005257602E-6</c:v>
                </c:pt>
                <c:pt idx="97">
                  <c:v>1.5502918795554E-6</c:v>
                </c:pt>
                <c:pt idx="98">
                  <c:v>1.3459115754210701E-6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C8-44C7-AF63-F8EEAAB2620F}"/>
            </c:ext>
          </c:extLst>
        </c:ser>
        <c:ser>
          <c:idx val="1"/>
          <c:order val="1"/>
          <c:spPr>
            <a:ln w="19050" cap="rnd" cmpd="sng" algn="ctr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</c:marker>
          <c:val>
            <c:numRef>
              <c:f>Sheet1!$E$3:$E$103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C8-44C7-AF63-F8EEAAB26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5.0000000000000021E-6"/>
          <c:min val="0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37876880770621291"/>
          <c:y val="5.318709268675165E-3"/>
          <c:w val="0.20846684915714164"/>
          <c:h val="0.3861269685039370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lang="en-US"/>
      </a:pPr>
      <a:endParaRPr lang="zh-C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Sheet1!$B$1:$B$101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C2-4602-88C1-233CEAF1C10E}"/>
            </c:ext>
          </c:extLst>
        </c:ser>
        <c:ser>
          <c:idx val="1"/>
          <c:order val="1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Sheet1!$D$1:$D$101</c:f>
              <c:numCache>
                <c:formatCode>General</c:formatCode>
                <c:ptCount val="101"/>
                <c:pt idx="0" formatCode="0.00E+00">
                  <c:v>2.6563454856932101E-13</c:v>
                </c:pt>
                <c:pt idx="1">
                  <c:v>0.27550613737887503</c:v>
                </c:pt>
                <c:pt idx="2">
                  <c:v>0.38149726877565898</c:v>
                </c:pt>
                <c:pt idx="3">
                  <c:v>0.44650851970684702</c:v>
                </c:pt>
                <c:pt idx="4">
                  <c:v>0.648489340014343</c:v>
                </c:pt>
                <c:pt idx="5">
                  <c:v>0.76591964703733995</c:v>
                </c:pt>
                <c:pt idx="6">
                  <c:v>0.96942798444455502</c:v>
                </c:pt>
                <c:pt idx="7">
                  <c:v>1.0555131696700599</c:v>
                </c:pt>
                <c:pt idx="8">
                  <c:v>1.2984453049429501</c:v>
                </c:pt>
                <c:pt idx="9">
                  <c:v>1.3871983174779401</c:v>
                </c:pt>
                <c:pt idx="10">
                  <c:v>1.53435104584835</c:v>
                </c:pt>
                <c:pt idx="11">
                  <c:v>1.6829554291719899</c:v>
                </c:pt>
                <c:pt idx="12">
                  <c:v>1.8979395307214499</c:v>
                </c:pt>
                <c:pt idx="13">
                  <c:v>2.02625832221237</c:v>
                </c:pt>
                <c:pt idx="14">
                  <c:v>2.1922643154713302</c:v>
                </c:pt>
                <c:pt idx="15">
                  <c:v>2.3408692406751301</c:v>
                </c:pt>
                <c:pt idx="16">
                  <c:v>2.5023548315539799</c:v>
                </c:pt>
                <c:pt idx="17">
                  <c:v>2.6657691826701999</c:v>
                </c:pt>
                <c:pt idx="18">
                  <c:v>2.8496278211496402</c:v>
                </c:pt>
                <c:pt idx="19">
                  <c:v>2.9944777700882201</c:v>
                </c:pt>
                <c:pt idx="20">
                  <c:v>3.11982308355085</c:v>
                </c:pt>
                <c:pt idx="21">
                  <c:v>3.27521488134719</c:v>
                </c:pt>
                <c:pt idx="22">
                  <c:v>3.4302004951871101</c:v>
                </c:pt>
                <c:pt idx="23">
                  <c:v>3.5972512309233902</c:v>
                </c:pt>
                <c:pt idx="24">
                  <c:v>3.74453275533148</c:v>
                </c:pt>
                <c:pt idx="25">
                  <c:v>3.8852416302891899</c:v>
                </c:pt>
                <c:pt idx="26">
                  <c:v>4.05943367829141</c:v>
                </c:pt>
                <c:pt idx="27">
                  <c:v>4.2202327399536097</c:v>
                </c:pt>
                <c:pt idx="28">
                  <c:v>4.3585136123316799</c:v>
                </c:pt>
                <c:pt idx="29">
                  <c:v>4.5011037689207498</c:v>
                </c:pt>
                <c:pt idx="30">
                  <c:v>4.6708064102931601</c:v>
                </c:pt>
                <c:pt idx="31">
                  <c:v>4.8119815288397803</c:v>
                </c:pt>
                <c:pt idx="32">
                  <c:v>4.9376604326923701</c:v>
                </c:pt>
                <c:pt idx="33">
                  <c:v>5.09402292831982</c:v>
                </c:pt>
                <c:pt idx="34">
                  <c:v>5.2427153277602203</c:v>
                </c:pt>
                <c:pt idx="35">
                  <c:v>5.3744076042959099</c:v>
                </c:pt>
                <c:pt idx="36">
                  <c:v>5.5180193403014099</c:v>
                </c:pt>
                <c:pt idx="37">
                  <c:v>5.6687477174764904</c:v>
                </c:pt>
                <c:pt idx="38">
                  <c:v>5.8190362451836002</c:v>
                </c:pt>
                <c:pt idx="39">
                  <c:v>5.9350389299595001</c:v>
                </c:pt>
                <c:pt idx="40">
                  <c:v>6.0339659478060499</c:v>
                </c:pt>
                <c:pt idx="41">
                  <c:v>6.2172787568636103</c:v>
                </c:pt>
                <c:pt idx="42">
                  <c:v>6.3440731588140498</c:v>
                </c:pt>
                <c:pt idx="43">
                  <c:v>6.4887858072710403</c:v>
                </c:pt>
                <c:pt idx="44">
                  <c:v>6.6214071464548701</c:v>
                </c:pt>
                <c:pt idx="45">
                  <c:v>6.7612163630377697</c:v>
                </c:pt>
                <c:pt idx="46">
                  <c:v>6.8664197974284296</c:v>
                </c:pt>
                <c:pt idx="47">
                  <c:v>6.9590193191174201</c:v>
                </c:pt>
                <c:pt idx="48">
                  <c:v>7.1403689869918203</c:v>
                </c:pt>
                <c:pt idx="49">
                  <c:v>7.2750881092513504</c:v>
                </c:pt>
                <c:pt idx="50">
                  <c:v>7.3576700156989698</c:v>
                </c:pt>
                <c:pt idx="51">
                  <c:v>7.5202113398622901</c:v>
                </c:pt>
                <c:pt idx="52">
                  <c:v>7.61173127029328</c:v>
                </c:pt>
                <c:pt idx="53">
                  <c:v>7.7382894072433102</c:v>
                </c:pt>
                <c:pt idx="54">
                  <c:v>7.8695084372198201</c:v>
                </c:pt>
                <c:pt idx="55">
                  <c:v>7.9768189943036596</c:v>
                </c:pt>
                <c:pt idx="56">
                  <c:v>8.0843621247528095</c:v>
                </c:pt>
                <c:pt idx="57">
                  <c:v>8.1867112057374403</c:v>
                </c:pt>
                <c:pt idx="58">
                  <c:v>8.2993202419104701</c:v>
                </c:pt>
                <c:pt idx="59">
                  <c:v>8.4174028226562392</c:v>
                </c:pt>
                <c:pt idx="60">
                  <c:v>8.5034543091964903</c:v>
                </c:pt>
                <c:pt idx="61">
                  <c:v>8.6156537793974994</c:v>
                </c:pt>
                <c:pt idx="62">
                  <c:v>8.7079795512493892</c:v>
                </c:pt>
                <c:pt idx="63">
                  <c:v>8.8025419510613698</c:v>
                </c:pt>
                <c:pt idx="64">
                  <c:v>8.9053429528884696</c:v>
                </c:pt>
                <c:pt idx="65">
                  <c:v>8.9619830703698007</c:v>
                </c:pt>
                <c:pt idx="66">
                  <c:v>9.0673483684449803</c:v>
                </c:pt>
                <c:pt idx="67">
                  <c:v>9.1535778640393701</c:v>
                </c:pt>
                <c:pt idx="68">
                  <c:v>9.2340989430411309</c:v>
                </c:pt>
                <c:pt idx="69">
                  <c:v>9.33557611540785</c:v>
                </c:pt>
                <c:pt idx="70">
                  <c:v>9.3836518466623797</c:v>
                </c:pt>
                <c:pt idx="71">
                  <c:v>9.4954638516678003</c:v>
                </c:pt>
                <c:pt idx="72">
                  <c:v>9.5765233359693003</c:v>
                </c:pt>
                <c:pt idx="73">
                  <c:v>9.6369292132266704</c:v>
                </c:pt>
                <c:pt idx="74">
                  <c:v>9.6812658766642805</c:v>
                </c:pt>
                <c:pt idx="75">
                  <c:v>9.7511041180048501</c:v>
                </c:pt>
                <c:pt idx="76">
                  <c:v>9.8335632156508908</c:v>
                </c:pt>
                <c:pt idx="77">
                  <c:v>9.8780465260105608</c:v>
                </c:pt>
                <c:pt idx="78">
                  <c:v>9.95321945801353</c:v>
                </c:pt>
                <c:pt idx="79">
                  <c:v>9.9854722892404606</c:v>
                </c:pt>
                <c:pt idx="80">
                  <c:v>10.0353779631064</c:v>
                </c:pt>
                <c:pt idx="81">
                  <c:v>10.075060031990599</c:v>
                </c:pt>
                <c:pt idx="82">
                  <c:v>10.1041152191896</c:v>
                </c:pt>
                <c:pt idx="83">
                  <c:v>10.135696044166099</c:v>
                </c:pt>
                <c:pt idx="84">
                  <c:v>10.1668784029437</c:v>
                </c:pt>
                <c:pt idx="85">
                  <c:v>10.183739334520601</c:v>
                </c:pt>
                <c:pt idx="86">
                  <c:v>10.201528182666699</c:v>
                </c:pt>
                <c:pt idx="87">
                  <c:v>10.2057637776034</c:v>
                </c:pt>
                <c:pt idx="88">
                  <c:v>10.2238242932614</c:v>
                </c:pt>
                <c:pt idx="89">
                  <c:v>10.2300989077442</c:v>
                </c:pt>
                <c:pt idx="90">
                  <c:v>10.242226956132001</c:v>
                </c:pt>
                <c:pt idx="91">
                  <c:v>10.2555606551728</c:v>
                </c:pt>
                <c:pt idx="92">
                  <c:v>10.259813883074001</c:v>
                </c:pt>
                <c:pt idx="93">
                  <c:v>10.269528457376</c:v>
                </c:pt>
                <c:pt idx="94">
                  <c:v>10.2734598946752</c:v>
                </c:pt>
                <c:pt idx="95">
                  <c:v>10.2811287993981</c:v>
                </c:pt>
                <c:pt idx="96">
                  <c:v>10.286782553950101</c:v>
                </c:pt>
                <c:pt idx="97">
                  <c:v>10.296281384856499</c:v>
                </c:pt>
                <c:pt idx="98">
                  <c:v>10.3014800873396</c:v>
                </c:pt>
                <c:pt idx="99">
                  <c:v>10.3100216249602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C2-4602-88C1-233CEAF1C10E}"/>
            </c:ext>
          </c:extLst>
        </c:ser>
        <c:ser>
          <c:idx val="2"/>
          <c:order val="2"/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Sheet1!$H$1:$H$101</c:f>
              <c:numCache>
                <c:formatCode>General</c:formatCode>
                <c:ptCount val="101"/>
                <c:pt idx="0" formatCode="0.00E+00">
                  <c:v>2.6563454856932101E-13</c:v>
                </c:pt>
                <c:pt idx="1">
                  <c:v>4.2491426942515602</c:v>
                </c:pt>
                <c:pt idx="2">
                  <c:v>8.7758679391093199</c:v>
                </c:pt>
                <c:pt idx="3">
                  <c:v>12.126114945443801</c:v>
                </c:pt>
                <c:pt idx="4">
                  <c:v>13.337656934329701</c:v>
                </c:pt>
                <c:pt idx="5">
                  <c:v>12.744934528625301</c:v>
                </c:pt>
                <c:pt idx="6">
                  <c:v>11.501848560687799</c:v>
                </c:pt>
                <c:pt idx="7">
                  <c:v>10.4260744737648</c:v>
                </c:pt>
                <c:pt idx="8">
                  <c:v>9.8205405224953193</c:v>
                </c:pt>
                <c:pt idx="9">
                  <c:v>9.6861027541520297</c:v>
                </c:pt>
                <c:pt idx="10">
                  <c:v>9.8732068130479806</c:v>
                </c:pt>
                <c:pt idx="11">
                  <c:v>10.1801948816232</c:v>
                </c:pt>
                <c:pt idx="12">
                  <c:v>10.438582232386</c:v>
                </c:pt>
                <c:pt idx="13">
                  <c:v>10.5663794234331</c:v>
                </c:pt>
                <c:pt idx="14">
                  <c:v>10.5687925346512</c:v>
                </c:pt>
                <c:pt idx="15">
                  <c:v>10.4997950963749</c:v>
                </c:pt>
                <c:pt idx="16">
                  <c:v>10.418292865338801</c:v>
                </c:pt>
                <c:pt idx="17">
                  <c:v>10.361943572082399</c:v>
                </c:pt>
                <c:pt idx="18">
                  <c:v>10.341643303790001</c:v>
                </c:pt>
                <c:pt idx="19">
                  <c:v>10.3490739552531</c:v>
                </c:pt>
                <c:pt idx="20">
                  <c:v>10.368494678913599</c:v>
                </c:pt>
                <c:pt idx="21">
                  <c:v>10.3864203091996</c:v>
                </c:pt>
                <c:pt idx="22">
                  <c:v>10.396181487966601</c:v>
                </c:pt>
                <c:pt idx="23">
                  <c:v>10.397627680608601</c:v>
                </c:pt>
                <c:pt idx="24">
                  <c:v>10.394204485659399</c:v>
                </c:pt>
                <c:pt idx="25">
                  <c:v>10.3898336686724</c:v>
                </c:pt>
                <c:pt idx="26">
                  <c:v>10.387013082112601</c:v>
                </c:pt>
                <c:pt idx="27">
                  <c:v>10.386394494684399</c:v>
                </c:pt>
                <c:pt idx="28">
                  <c:v>10.387343702134</c:v>
                </c:pt>
                <c:pt idx="29">
                  <c:v>10.3887983613511</c:v>
                </c:pt>
                <c:pt idx="30">
                  <c:v>10.389921354291401</c:v>
                </c:pt>
                <c:pt idx="31">
                  <c:v>10.3903620070346</c:v>
                </c:pt>
                <c:pt idx="32">
                  <c:v>10.3901907010261</c:v>
                </c:pt>
                <c:pt idx="33">
                  <c:v>10.389684033413801</c:v>
                </c:pt>
                <c:pt idx="34">
                  <c:v>10.3891211887856</c:v>
                </c:pt>
                <c:pt idx="35">
                  <c:v>10.3886729719221</c:v>
                </c:pt>
                <c:pt idx="36">
                  <c:v>10.3883870573625</c:v>
                </c:pt>
                <c:pt idx="37">
                  <c:v>10.388229403762701</c:v>
                </c:pt>
                <c:pt idx="38">
                  <c:v>10.3881380748988</c:v>
                </c:pt>
                <c:pt idx="39">
                  <c:v>10.3880590617177</c:v>
                </c:pt>
                <c:pt idx="40">
                  <c:v>10.387959552695101</c:v>
                </c:pt>
                <c:pt idx="41">
                  <c:v>10.3878243473296</c:v>
                </c:pt>
                <c:pt idx="42">
                  <c:v>10.387648500533899</c:v>
                </c:pt>
                <c:pt idx="43">
                  <c:v>10.3874344244712</c:v>
                </c:pt>
                <c:pt idx="44">
                  <c:v>10.3871909465848</c:v>
                </c:pt>
                <c:pt idx="45">
                  <c:v>10.386935995870701</c:v>
                </c:pt>
                <c:pt idx="46">
                  <c:v>10.386690362360801</c:v>
                </c:pt>
                <c:pt idx="47">
                  <c:v>10.3864735567045</c:v>
                </c:pt>
                <c:pt idx="48">
                  <c:v>10.386275609651101</c:v>
                </c:pt>
                <c:pt idx="49">
                  <c:v>10.386078184711801</c:v>
                </c:pt>
                <c:pt idx="50">
                  <c:v>10.3858746374472</c:v>
                </c:pt>
                <c:pt idx="51">
                  <c:v>10.3856732453766</c:v>
                </c:pt>
                <c:pt idx="52">
                  <c:v>10.385493232712401</c:v>
                </c:pt>
                <c:pt idx="53">
                  <c:v>10.3853596130675</c:v>
                </c:pt>
                <c:pt idx="54">
                  <c:v>10.3852981775379</c:v>
                </c:pt>
                <c:pt idx="55">
                  <c:v>10.385330721435</c:v>
                </c:pt>
                <c:pt idx="56">
                  <c:v>10.385473435054701</c:v>
                </c:pt>
                <c:pt idx="57">
                  <c:v>10.385735471141899</c:v>
                </c:pt>
                <c:pt idx="58">
                  <c:v>10.386118499036201</c:v>
                </c:pt>
                <c:pt idx="59">
                  <c:v>10.386616162890901</c:v>
                </c:pt>
                <c:pt idx="60">
                  <c:v>10.3872134873686</c:v>
                </c:pt>
                <c:pt idx="61">
                  <c:v>10.3878877351729</c:v>
                </c:pt>
                <c:pt idx="62">
                  <c:v>10.3886098618673</c:v>
                </c:pt>
                <c:pt idx="63">
                  <c:v>10.389346514066601</c:v>
                </c:pt>
                <c:pt idx="64">
                  <c:v>10.3900625129811</c:v>
                </c:pt>
                <c:pt idx="65">
                  <c:v>10.3907236586292</c:v>
                </c:pt>
                <c:pt idx="66">
                  <c:v>10.391299831051301</c:v>
                </c:pt>
                <c:pt idx="67">
                  <c:v>10.391767592059701</c:v>
                </c:pt>
                <c:pt idx="68">
                  <c:v>10.3921119484532</c:v>
                </c:pt>
                <c:pt idx="69">
                  <c:v>10.3923279267377</c:v>
                </c:pt>
                <c:pt idx="70">
                  <c:v>10.392420261141799</c:v>
                </c:pt>
                <c:pt idx="71">
                  <c:v>10.392402156328499</c:v>
                </c:pt>
                <c:pt idx="72">
                  <c:v>10.3922918405072</c:v>
                </c:pt>
                <c:pt idx="73">
                  <c:v>10.392109703773199</c:v>
                </c:pt>
                <c:pt idx="74">
                  <c:v>10.391874776839501</c:v>
                </c:pt>
                <c:pt idx="75">
                  <c:v>10.391603524367699</c:v>
                </c:pt>
                <c:pt idx="76">
                  <c:v>10.3913090845596</c:v>
                </c:pt>
                <c:pt idx="77">
                  <c:v>10.3910011740548</c:v>
                </c:pt>
                <c:pt idx="78">
                  <c:v>10.390686622814799</c:v>
                </c:pt>
                <c:pt idx="79">
                  <c:v>10.390374616458701</c:v>
                </c:pt>
                <c:pt idx="80">
                  <c:v>10.3900761646902</c:v>
                </c:pt>
                <c:pt idx="81">
                  <c:v>10.3898001233672</c:v>
                </c:pt>
                <c:pt idx="82">
                  <c:v>10.3895522214747</c:v>
                </c:pt>
                <c:pt idx="83">
                  <c:v>10.3893353310261</c:v>
                </c:pt>
                <c:pt idx="84">
                  <c:v>10.389150366847</c:v>
                </c:pt>
                <c:pt idx="85">
                  <c:v>10.3889972567556</c:v>
                </c:pt>
                <c:pt idx="86">
                  <c:v>10.388875525709</c:v>
                </c:pt>
                <c:pt idx="87">
                  <c:v>10.3887844069791</c:v>
                </c:pt>
                <c:pt idx="88">
                  <c:v>10.3887226007792</c:v>
                </c:pt>
                <c:pt idx="89">
                  <c:v>10.3886879637026</c:v>
                </c:pt>
                <c:pt idx="90">
                  <c:v>10.3886773386866</c:v>
                </c:pt>
                <c:pt idx="91">
                  <c:v>10.3886865885754</c:v>
                </c:pt>
                <c:pt idx="92">
                  <c:v>10.3887107832757</c:v>
                </c:pt>
                <c:pt idx="93">
                  <c:v>10.3887444488167</c:v>
                </c:pt>
                <c:pt idx="94">
                  <c:v>10.388781802632201</c:v>
                </c:pt>
                <c:pt idx="95">
                  <c:v>10.388816941613101</c:v>
                </c:pt>
                <c:pt idx="96">
                  <c:v>10.3888439816965</c:v>
                </c:pt>
                <c:pt idx="97">
                  <c:v>10.388857214124</c:v>
                </c:pt>
                <c:pt idx="98">
                  <c:v>10.388851267266199</c:v>
                </c:pt>
                <c:pt idx="99">
                  <c:v>10.388821263657199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C2-4602-88C1-233CEAF1C1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15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5"/>
      </c:valAx>
    </c:plotArea>
    <c:legend>
      <c:legendPos val="b"/>
      <c:layout>
        <c:manualLayout>
          <c:xMode val="edge"/>
          <c:yMode val="edge"/>
          <c:x val="0.57164333157511638"/>
          <c:y val="0.39877384741342142"/>
          <c:w val="0.17275336374390179"/>
          <c:h val="0.344460231777787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1136437247162545E-2"/>
          <c:y val="0.38670843031084851"/>
          <c:w val="0.49808955514369241"/>
          <c:h val="0.49658565791188064"/>
        </c:manualLayout>
      </c:layout>
      <c:lineChart>
        <c:grouping val="standard"/>
        <c:varyColors val="0"/>
        <c:ser>
          <c:idx val="3"/>
          <c:order val="0"/>
          <c:tx>
            <c:v>penalty-5 iters</c:v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Sheet1!$B$3:$B$323</c:f>
              <c:numCache>
                <c:formatCode>0.00E+00</c:formatCode>
                <c:ptCount val="321"/>
                <c:pt idx="0">
                  <c:v>4.01322105869925E-5</c:v>
                </c:pt>
                <c:pt idx="1">
                  <c:v>5.0959696628292498E-5</c:v>
                </c:pt>
                <c:pt idx="2">
                  <c:v>5.00796686116076E-5</c:v>
                </c:pt>
                <c:pt idx="3">
                  <c:v>5.5590571268060798E-5</c:v>
                </c:pt>
                <c:pt idx="4">
                  <c:v>4.6199957581614699E-5</c:v>
                </c:pt>
                <c:pt idx="5">
                  <c:v>4.70794132705439E-5</c:v>
                </c:pt>
                <c:pt idx="6">
                  <c:v>4.6738563172810997E-5</c:v>
                </c:pt>
                <c:pt idx="7">
                  <c:v>4.2808565744434299E-5</c:v>
                </c:pt>
                <c:pt idx="8">
                  <c:v>4.5131675757049702E-5</c:v>
                </c:pt>
                <c:pt idx="9">
                  <c:v>4.2655211491926603E-5</c:v>
                </c:pt>
                <c:pt idx="10">
                  <c:v>4.3676155031242103E-5</c:v>
                </c:pt>
                <c:pt idx="11">
                  <c:v>4.5817143172406898E-5</c:v>
                </c:pt>
                <c:pt idx="12">
                  <c:v>4.1772732359965497E-5</c:v>
                </c:pt>
                <c:pt idx="13">
                  <c:v>4.4750983679388097E-5</c:v>
                </c:pt>
                <c:pt idx="14">
                  <c:v>4.2890679089878898E-5</c:v>
                </c:pt>
                <c:pt idx="15">
                  <c:v>4.3744186593526302E-5</c:v>
                </c:pt>
                <c:pt idx="16">
                  <c:v>4.3830520311751101E-5</c:v>
                </c:pt>
                <c:pt idx="17">
                  <c:v>4.0477232211928003E-5</c:v>
                </c:pt>
                <c:pt idx="18">
                  <c:v>4.40139207909233E-5</c:v>
                </c:pt>
                <c:pt idx="19">
                  <c:v>4.1385580824927201E-5</c:v>
                </c:pt>
                <c:pt idx="20">
                  <c:v>3.8182882635133297E-5</c:v>
                </c:pt>
                <c:pt idx="21">
                  <c:v>4.4463535041684098E-5</c:v>
                </c:pt>
                <c:pt idx="22">
                  <c:v>4.16150220261429E-5</c:v>
                </c:pt>
                <c:pt idx="23">
                  <c:v>4.3468264386634802E-5</c:v>
                </c:pt>
                <c:pt idx="24">
                  <c:v>3.5147914211338503E-5</c:v>
                </c:pt>
                <c:pt idx="25">
                  <c:v>4.2954697163041397E-5</c:v>
                </c:pt>
                <c:pt idx="26">
                  <c:v>4.0055016893600399E-5</c:v>
                </c:pt>
                <c:pt idx="27">
                  <c:v>4.5597997318755599E-5</c:v>
                </c:pt>
                <c:pt idx="28">
                  <c:v>4.1313176874385E-5</c:v>
                </c:pt>
                <c:pt idx="29">
                  <c:v>3.6033997882586003E-5</c:v>
                </c:pt>
                <c:pt idx="30">
                  <c:v>3.9737478535604998E-5</c:v>
                </c:pt>
                <c:pt idx="31">
                  <c:v>3.82938173899127E-5</c:v>
                </c:pt>
                <c:pt idx="32">
                  <c:v>3.8218271031489202E-5</c:v>
                </c:pt>
                <c:pt idx="33">
                  <c:v>3.7109909483704297E-5</c:v>
                </c:pt>
                <c:pt idx="34">
                  <c:v>4.0831343340086101E-5</c:v>
                </c:pt>
                <c:pt idx="35">
                  <c:v>3.8001056301261597E-5</c:v>
                </c:pt>
                <c:pt idx="36">
                  <c:v>3.8368854032749098E-5</c:v>
                </c:pt>
                <c:pt idx="37">
                  <c:v>3.9603664828390602E-5</c:v>
                </c:pt>
                <c:pt idx="38">
                  <c:v>3.3803802648458299E-5</c:v>
                </c:pt>
                <c:pt idx="39">
                  <c:v>3.6744721523576603E-5</c:v>
                </c:pt>
                <c:pt idx="40">
                  <c:v>3.4360112529150098E-5</c:v>
                </c:pt>
                <c:pt idx="41">
                  <c:v>3.7595789700390497E-5</c:v>
                </c:pt>
                <c:pt idx="42">
                  <c:v>3.7658087480702699E-5</c:v>
                </c:pt>
                <c:pt idx="43">
                  <c:v>3.4845360176940399E-5</c:v>
                </c:pt>
                <c:pt idx="44">
                  <c:v>3.3346930403819101E-5</c:v>
                </c:pt>
                <c:pt idx="45">
                  <c:v>3.2634519632422499E-5</c:v>
                </c:pt>
                <c:pt idx="46">
                  <c:v>3.2577163217443497E-5</c:v>
                </c:pt>
                <c:pt idx="47">
                  <c:v>3.4022185308754297E-5</c:v>
                </c:pt>
                <c:pt idx="48">
                  <c:v>3.10055854014077E-5</c:v>
                </c:pt>
                <c:pt idx="49">
                  <c:v>3.1000098908415801E-5</c:v>
                </c:pt>
                <c:pt idx="50">
                  <c:v>2.83593465875332E-5</c:v>
                </c:pt>
                <c:pt idx="51">
                  <c:v>3.1430481397623698E-5</c:v>
                </c:pt>
                <c:pt idx="52">
                  <c:v>2.7729411137691602E-5</c:v>
                </c:pt>
                <c:pt idx="53">
                  <c:v>2.8629144559128099E-5</c:v>
                </c:pt>
                <c:pt idx="54">
                  <c:v>2.9111403712492499E-5</c:v>
                </c:pt>
                <c:pt idx="55">
                  <c:v>3.0975536851643402E-5</c:v>
                </c:pt>
                <c:pt idx="56">
                  <c:v>2.4749393469676501E-5</c:v>
                </c:pt>
                <c:pt idx="57">
                  <c:v>2.99233721942817E-5</c:v>
                </c:pt>
                <c:pt idx="58">
                  <c:v>2.9665309857570799E-5</c:v>
                </c:pt>
                <c:pt idx="59">
                  <c:v>2.93582208516282E-5</c:v>
                </c:pt>
                <c:pt idx="60">
                  <c:v>2.81767422481358E-5</c:v>
                </c:pt>
                <c:pt idx="61">
                  <c:v>2.8790396676227399E-5</c:v>
                </c:pt>
                <c:pt idx="62">
                  <c:v>2.63214568016186E-5</c:v>
                </c:pt>
                <c:pt idx="63">
                  <c:v>2.6913183184513698E-5</c:v>
                </c:pt>
                <c:pt idx="64">
                  <c:v>2.62867384007077E-5</c:v>
                </c:pt>
                <c:pt idx="65">
                  <c:v>2.8979753389388399E-5</c:v>
                </c:pt>
                <c:pt idx="66">
                  <c:v>2.4285501722299701E-5</c:v>
                </c:pt>
                <c:pt idx="67">
                  <c:v>2.7763418915940401E-5</c:v>
                </c:pt>
                <c:pt idx="68">
                  <c:v>2.3462189703636399E-5</c:v>
                </c:pt>
                <c:pt idx="69">
                  <c:v>2.6568729309078E-5</c:v>
                </c:pt>
                <c:pt idx="70">
                  <c:v>2.5843020095114601E-5</c:v>
                </c:pt>
                <c:pt idx="71">
                  <c:v>2.23843998625924E-5</c:v>
                </c:pt>
                <c:pt idx="72">
                  <c:v>2.3978754905352601E-5</c:v>
                </c:pt>
                <c:pt idx="73">
                  <c:v>2.3392683426508899E-5</c:v>
                </c:pt>
                <c:pt idx="74">
                  <c:v>2.3176953318473699E-5</c:v>
                </c:pt>
                <c:pt idx="75">
                  <c:v>2.1963970830847201E-5</c:v>
                </c:pt>
                <c:pt idx="76">
                  <c:v>2.3359304813030801E-5</c:v>
                </c:pt>
                <c:pt idx="77">
                  <c:v>2.2613984122484901E-5</c:v>
                </c:pt>
                <c:pt idx="78">
                  <c:v>2.5484273688062599E-5</c:v>
                </c:pt>
                <c:pt idx="79">
                  <c:v>2.9805803636029502E-5</c:v>
                </c:pt>
                <c:pt idx="80">
                  <c:v>2.0214379689298401E-5</c:v>
                </c:pt>
                <c:pt idx="81">
                  <c:v>2.18609644873084E-5</c:v>
                </c:pt>
                <c:pt idx="82">
                  <c:v>1.8899162715877901E-5</c:v>
                </c:pt>
                <c:pt idx="83">
                  <c:v>2.1864812581556701E-5</c:v>
                </c:pt>
                <c:pt idx="84">
                  <c:v>1.9967601827086701E-5</c:v>
                </c:pt>
                <c:pt idx="85">
                  <c:v>1.8157506738046099E-5</c:v>
                </c:pt>
                <c:pt idx="86">
                  <c:v>2.0897387697432399E-5</c:v>
                </c:pt>
                <c:pt idx="87">
                  <c:v>1.95467608771965E-5</c:v>
                </c:pt>
                <c:pt idx="88">
                  <c:v>2.2964746359363099E-5</c:v>
                </c:pt>
                <c:pt idx="89">
                  <c:v>2.0990465843719001E-5</c:v>
                </c:pt>
                <c:pt idx="90">
                  <c:v>2.04925262573442E-5</c:v>
                </c:pt>
                <c:pt idx="91">
                  <c:v>1.9401852181962399E-5</c:v>
                </c:pt>
                <c:pt idx="92">
                  <c:v>2.6431515513378901E-5</c:v>
                </c:pt>
                <c:pt idx="93">
                  <c:v>1.8837101638062302E-5</c:v>
                </c:pt>
                <c:pt idx="94">
                  <c:v>1.5480162949027499E-5</c:v>
                </c:pt>
                <c:pt idx="95">
                  <c:v>1.7882560697226302E-5</c:v>
                </c:pt>
                <c:pt idx="96">
                  <c:v>1.7435230386359599E-5</c:v>
                </c:pt>
                <c:pt idx="97">
                  <c:v>1.5128299404284E-5</c:v>
                </c:pt>
                <c:pt idx="98">
                  <c:v>1.35503772745102E-5</c:v>
                </c:pt>
                <c:pt idx="99">
                  <c:v>1.6632433029145801E-5</c:v>
                </c:pt>
                <c:pt idx="100">
                  <c:v>1.43766422403735E-5</c:v>
                </c:pt>
                <c:pt idx="101">
                  <c:v>1.7896555166425299E-5</c:v>
                </c:pt>
                <c:pt idx="102">
                  <c:v>1.46215751685051E-5</c:v>
                </c:pt>
                <c:pt idx="103">
                  <c:v>1.5533416142936799E-5</c:v>
                </c:pt>
                <c:pt idx="104">
                  <c:v>1.3896476772605999E-5</c:v>
                </c:pt>
                <c:pt idx="105">
                  <c:v>1.4268082889684401E-5</c:v>
                </c:pt>
                <c:pt idx="106">
                  <c:v>1.48445486212172E-5</c:v>
                </c:pt>
                <c:pt idx="107">
                  <c:v>1.4466229675498299E-5</c:v>
                </c:pt>
                <c:pt idx="108">
                  <c:v>1.7033777235511399E-5</c:v>
                </c:pt>
                <c:pt idx="109">
                  <c:v>1.52431763764789E-5</c:v>
                </c:pt>
                <c:pt idx="110">
                  <c:v>1.20999758691171E-5</c:v>
                </c:pt>
                <c:pt idx="111">
                  <c:v>1.47174424382857E-5</c:v>
                </c:pt>
                <c:pt idx="112">
                  <c:v>1.1320696776138199E-5</c:v>
                </c:pt>
                <c:pt idx="113">
                  <c:v>1.17884989698914E-5</c:v>
                </c:pt>
                <c:pt idx="114">
                  <c:v>1.17332542890174E-5</c:v>
                </c:pt>
                <c:pt idx="115">
                  <c:v>1.3696323584408501E-5</c:v>
                </c:pt>
                <c:pt idx="116">
                  <c:v>1.4548029445907899E-5</c:v>
                </c:pt>
                <c:pt idx="117">
                  <c:v>1.1019689282907401E-5</c:v>
                </c:pt>
                <c:pt idx="118">
                  <c:v>1.2016652034474E-5</c:v>
                </c:pt>
                <c:pt idx="119">
                  <c:v>1.1267361103225799E-5</c:v>
                </c:pt>
                <c:pt idx="120">
                  <c:v>1.21435528515437E-5</c:v>
                </c:pt>
                <c:pt idx="121">
                  <c:v>1.00116899776413E-5</c:v>
                </c:pt>
                <c:pt idx="122">
                  <c:v>1.0037723578802001E-5</c:v>
                </c:pt>
                <c:pt idx="123">
                  <c:v>1.2529860342648901E-5</c:v>
                </c:pt>
                <c:pt idx="124">
                  <c:v>9.8327512302193498E-6</c:v>
                </c:pt>
                <c:pt idx="125">
                  <c:v>1.0124927167810401E-5</c:v>
                </c:pt>
                <c:pt idx="126">
                  <c:v>1.25415257774683E-5</c:v>
                </c:pt>
                <c:pt idx="127">
                  <c:v>1.19100243987584E-5</c:v>
                </c:pt>
                <c:pt idx="128">
                  <c:v>8.9329148865013593E-6</c:v>
                </c:pt>
                <c:pt idx="129">
                  <c:v>1.1521902378571201E-5</c:v>
                </c:pt>
                <c:pt idx="130">
                  <c:v>9.7483932432010999E-6</c:v>
                </c:pt>
                <c:pt idx="131">
                  <c:v>9.8192645900990408E-6</c:v>
                </c:pt>
                <c:pt idx="132">
                  <c:v>9.5779924483972298E-6</c:v>
                </c:pt>
                <c:pt idx="133">
                  <c:v>1.01184906398531E-5</c:v>
                </c:pt>
                <c:pt idx="134">
                  <c:v>9.5105601344832201E-6</c:v>
                </c:pt>
                <c:pt idx="135">
                  <c:v>9.1857511407422207E-6</c:v>
                </c:pt>
                <c:pt idx="136">
                  <c:v>1.0065696448813101E-5</c:v>
                </c:pt>
                <c:pt idx="137">
                  <c:v>7.5799184461778196E-6</c:v>
                </c:pt>
                <c:pt idx="138">
                  <c:v>7.2634864163143897E-6</c:v>
                </c:pt>
                <c:pt idx="139">
                  <c:v>8.0804375672098695E-6</c:v>
                </c:pt>
                <c:pt idx="140">
                  <c:v>7.4670101327255504E-6</c:v>
                </c:pt>
                <c:pt idx="141">
                  <c:v>9.1772459512385494E-6</c:v>
                </c:pt>
                <c:pt idx="142">
                  <c:v>8.0563078621011707E-6</c:v>
                </c:pt>
                <c:pt idx="143">
                  <c:v>8.9946265158021105E-6</c:v>
                </c:pt>
                <c:pt idx="144">
                  <c:v>9.1995806761727403E-6</c:v>
                </c:pt>
                <c:pt idx="145">
                  <c:v>8.9482451483196194E-6</c:v>
                </c:pt>
                <c:pt idx="146">
                  <c:v>7.3574824236372302E-6</c:v>
                </c:pt>
                <c:pt idx="147">
                  <c:v>5.8907922757466998E-6</c:v>
                </c:pt>
                <c:pt idx="148">
                  <c:v>8.7529611659439805E-6</c:v>
                </c:pt>
                <c:pt idx="149">
                  <c:v>6.9365750718457799E-6</c:v>
                </c:pt>
                <c:pt idx="150">
                  <c:v>6.1273101939343203E-6</c:v>
                </c:pt>
                <c:pt idx="151">
                  <c:v>6.7520209755065497E-6</c:v>
                </c:pt>
                <c:pt idx="152">
                  <c:v>5.3106681546400699E-6</c:v>
                </c:pt>
                <c:pt idx="153">
                  <c:v>5.533103301819E-6</c:v>
                </c:pt>
                <c:pt idx="154">
                  <c:v>6.4184065338093299E-6</c:v>
                </c:pt>
                <c:pt idx="155">
                  <c:v>6.2095742518250597E-6</c:v>
                </c:pt>
                <c:pt idx="156">
                  <c:v>5.3420888250341901E-6</c:v>
                </c:pt>
                <c:pt idx="157">
                  <c:v>4.8974199563150402E-6</c:v>
                </c:pt>
                <c:pt idx="158">
                  <c:v>5.4135150092995503E-6</c:v>
                </c:pt>
                <c:pt idx="159">
                  <c:v>4.70795174285988E-6</c:v>
                </c:pt>
                <c:pt idx="160">
                  <c:v>5.5083756495618401E-6</c:v>
                </c:pt>
                <c:pt idx="161">
                  <c:v>4.5281313673139298E-6</c:v>
                </c:pt>
                <c:pt idx="162">
                  <c:v>5.0230969316872201E-6</c:v>
                </c:pt>
                <c:pt idx="163">
                  <c:v>5.15004216563435E-6</c:v>
                </c:pt>
                <c:pt idx="164">
                  <c:v>5.3743201165102502E-6</c:v>
                </c:pt>
                <c:pt idx="165">
                  <c:v>4.40193235494642E-6</c:v>
                </c:pt>
                <c:pt idx="166">
                  <c:v>4.6330439272809398E-6</c:v>
                </c:pt>
                <c:pt idx="167">
                  <c:v>4.6614715407695996E-6</c:v>
                </c:pt>
                <c:pt idx="168">
                  <c:v>5.1345796345481798E-6</c:v>
                </c:pt>
                <c:pt idx="169">
                  <c:v>5.1510163569696799E-6</c:v>
                </c:pt>
                <c:pt idx="170">
                  <c:v>4.9182082580860398E-6</c:v>
                </c:pt>
                <c:pt idx="171">
                  <c:v>4.0582301529493703E-6</c:v>
                </c:pt>
                <c:pt idx="172">
                  <c:v>4.7059591765570602E-6</c:v>
                </c:pt>
                <c:pt idx="173">
                  <c:v>3.9361543172412696E-6</c:v>
                </c:pt>
                <c:pt idx="174">
                  <c:v>4.2262736647825702E-6</c:v>
                </c:pt>
                <c:pt idx="175">
                  <c:v>4.3824168845276401E-6</c:v>
                </c:pt>
                <c:pt idx="176">
                  <c:v>4.7202969048425396E-6</c:v>
                </c:pt>
                <c:pt idx="177">
                  <c:v>4.9255656467392904E-6</c:v>
                </c:pt>
                <c:pt idx="178">
                  <c:v>4.5651098374681701E-6</c:v>
                </c:pt>
                <c:pt idx="179">
                  <c:v>4.4349026425515503E-6</c:v>
                </c:pt>
                <c:pt idx="180">
                  <c:v>4.3887820137453501E-6</c:v>
                </c:pt>
                <c:pt idx="181">
                  <c:v>4.41405359511731E-6</c:v>
                </c:pt>
                <c:pt idx="182">
                  <c:v>4.3340633262802704E-6</c:v>
                </c:pt>
                <c:pt idx="183">
                  <c:v>4.9602877482396296E-6</c:v>
                </c:pt>
                <c:pt idx="184">
                  <c:v>4.9936323523595201E-6</c:v>
                </c:pt>
                <c:pt idx="185">
                  <c:v>4.3962344788742399E-6</c:v>
                </c:pt>
                <c:pt idx="186">
                  <c:v>3.5610728348983699E-6</c:v>
                </c:pt>
                <c:pt idx="187">
                  <c:v>4.0001670074930601E-6</c:v>
                </c:pt>
                <c:pt idx="188">
                  <c:v>3.8853768050352702E-6</c:v>
                </c:pt>
                <c:pt idx="189">
                  <c:v>4.0973023656870696E-6</c:v>
                </c:pt>
                <c:pt idx="190">
                  <c:v>4.5770974317351698E-6</c:v>
                </c:pt>
                <c:pt idx="191">
                  <c:v>4.1851166710897202E-6</c:v>
                </c:pt>
                <c:pt idx="192">
                  <c:v>3.6991126457662001E-6</c:v>
                </c:pt>
                <c:pt idx="193">
                  <c:v>4.3159894242319697E-6</c:v>
                </c:pt>
                <c:pt idx="194">
                  <c:v>4.1906388788403896E-6</c:v>
                </c:pt>
                <c:pt idx="195">
                  <c:v>4.4077443547547402E-6</c:v>
                </c:pt>
                <c:pt idx="196">
                  <c:v>4.2979919602664002E-6</c:v>
                </c:pt>
                <c:pt idx="197">
                  <c:v>3.9459484171836998E-6</c:v>
                </c:pt>
                <c:pt idx="198">
                  <c:v>4.6217837341310403E-6</c:v>
                </c:pt>
                <c:pt idx="199">
                  <c:v>3.9196625912893899E-6</c:v>
                </c:pt>
                <c:pt idx="200">
                  <c:v>3.3373110623961398E-6</c:v>
                </c:pt>
                <c:pt idx="201">
                  <c:v>3.9716814255862403E-6</c:v>
                </c:pt>
                <c:pt idx="202">
                  <c:v>3.8200058140576101E-6</c:v>
                </c:pt>
                <c:pt idx="203">
                  <c:v>3.7994075768854302E-6</c:v>
                </c:pt>
                <c:pt idx="204">
                  <c:v>3.69322189549113E-6</c:v>
                </c:pt>
                <c:pt idx="205">
                  <c:v>4.2882646329483598E-6</c:v>
                </c:pt>
                <c:pt idx="206">
                  <c:v>3.7678845642619601E-6</c:v>
                </c:pt>
                <c:pt idx="207">
                  <c:v>4.4545112710259397E-6</c:v>
                </c:pt>
                <c:pt idx="208">
                  <c:v>3.9630558674801799E-6</c:v>
                </c:pt>
                <c:pt idx="209">
                  <c:v>4.3254668494997001E-6</c:v>
                </c:pt>
                <c:pt idx="210">
                  <c:v>3.8832997951337202E-6</c:v>
                </c:pt>
                <c:pt idx="211">
                  <c:v>3.7218103092631699E-6</c:v>
                </c:pt>
                <c:pt idx="212">
                  <c:v>3.7648544742761899E-6</c:v>
                </c:pt>
                <c:pt idx="213">
                  <c:v>3.9520170148240899E-6</c:v>
                </c:pt>
                <c:pt idx="214">
                  <c:v>4.3995788587351597E-6</c:v>
                </c:pt>
                <c:pt idx="215">
                  <c:v>4.1920057024080103E-6</c:v>
                </c:pt>
                <c:pt idx="216">
                  <c:v>4.0711570114837E-6</c:v>
                </c:pt>
                <c:pt idx="217">
                  <c:v>4.6000460956896E-6</c:v>
                </c:pt>
                <c:pt idx="218">
                  <c:v>3.8589761084399404E-6</c:v>
                </c:pt>
                <c:pt idx="219">
                  <c:v>3.9088047261641704E-6</c:v>
                </c:pt>
                <c:pt idx="220">
                  <c:v>3.6581576888946398E-6</c:v>
                </c:pt>
                <c:pt idx="221">
                  <c:v>4.3529593968802004E-6</c:v>
                </c:pt>
                <c:pt idx="222">
                  <c:v>4.0190841572473999E-6</c:v>
                </c:pt>
                <c:pt idx="223">
                  <c:v>3.9027483320011303E-6</c:v>
                </c:pt>
                <c:pt idx="224">
                  <c:v>3.9300147766842297E-6</c:v>
                </c:pt>
                <c:pt idx="225">
                  <c:v>3.62053306700525E-6</c:v>
                </c:pt>
                <c:pt idx="226">
                  <c:v>4.00981226179128E-6</c:v>
                </c:pt>
                <c:pt idx="227">
                  <c:v>3.7126328154742198E-6</c:v>
                </c:pt>
                <c:pt idx="228">
                  <c:v>4.1075267481911297E-6</c:v>
                </c:pt>
                <c:pt idx="229">
                  <c:v>3.7332014513772401E-6</c:v>
                </c:pt>
                <c:pt idx="230">
                  <c:v>3.9218769678728696E-6</c:v>
                </c:pt>
                <c:pt idx="231">
                  <c:v>3.5916397570622402E-6</c:v>
                </c:pt>
                <c:pt idx="232">
                  <c:v>3.3587855365327901E-6</c:v>
                </c:pt>
                <c:pt idx="233">
                  <c:v>3.5216655994317E-6</c:v>
                </c:pt>
                <c:pt idx="234">
                  <c:v>4.0242352022974796E-6</c:v>
                </c:pt>
                <c:pt idx="235">
                  <c:v>3.9435292929432199E-6</c:v>
                </c:pt>
                <c:pt idx="236">
                  <c:v>3.7867354895918799E-6</c:v>
                </c:pt>
                <c:pt idx="237">
                  <c:v>3.7006299853689599E-6</c:v>
                </c:pt>
                <c:pt idx="238">
                  <c:v>3.64846907625224E-6</c:v>
                </c:pt>
                <c:pt idx="239">
                  <c:v>3.8888881362730499E-6</c:v>
                </c:pt>
                <c:pt idx="240">
                  <c:v>3.4427998662122102E-6</c:v>
                </c:pt>
                <c:pt idx="241">
                  <c:v>4.0575206247427496E-6</c:v>
                </c:pt>
                <c:pt idx="242">
                  <c:v>3.5112342903033899E-6</c:v>
                </c:pt>
                <c:pt idx="243">
                  <c:v>3.6343878071446798E-6</c:v>
                </c:pt>
                <c:pt idx="244">
                  <c:v>3.5118097607337201E-6</c:v>
                </c:pt>
                <c:pt idx="245">
                  <c:v>3.74337944206285E-6</c:v>
                </c:pt>
                <c:pt idx="246">
                  <c:v>4.1462969545028803E-6</c:v>
                </c:pt>
                <c:pt idx="247">
                  <c:v>3.7361500426882801E-6</c:v>
                </c:pt>
                <c:pt idx="248">
                  <c:v>3.8658282895235501E-6</c:v>
                </c:pt>
                <c:pt idx="249">
                  <c:v>3.72364724885635E-6</c:v>
                </c:pt>
                <c:pt idx="250">
                  <c:v>3.43747877700504E-6</c:v>
                </c:pt>
                <c:pt idx="251">
                  <c:v>4.3990693079248597E-6</c:v>
                </c:pt>
                <c:pt idx="252">
                  <c:v>3.49196250663429E-6</c:v>
                </c:pt>
                <c:pt idx="253">
                  <c:v>3.76484594334741E-6</c:v>
                </c:pt>
                <c:pt idx="254">
                  <c:v>3.61371205959201E-6</c:v>
                </c:pt>
                <c:pt idx="255">
                  <c:v>3.4685971698308702E-6</c:v>
                </c:pt>
                <c:pt idx="256">
                  <c:v>3.8238302220594103E-6</c:v>
                </c:pt>
                <c:pt idx="257">
                  <c:v>3.54886892082717E-6</c:v>
                </c:pt>
                <c:pt idx="258">
                  <c:v>3.52170256734291E-6</c:v>
                </c:pt>
                <c:pt idx="259">
                  <c:v>3.9158496156436798E-6</c:v>
                </c:pt>
                <c:pt idx="260">
                  <c:v>3.5985625386694601E-6</c:v>
                </c:pt>
                <c:pt idx="261">
                  <c:v>3.5241936706293402E-6</c:v>
                </c:pt>
                <c:pt idx="262">
                  <c:v>3.6132126010425501E-6</c:v>
                </c:pt>
                <c:pt idx="263">
                  <c:v>3.6315853249167198E-6</c:v>
                </c:pt>
                <c:pt idx="264">
                  <c:v>3.6669720047677599E-6</c:v>
                </c:pt>
                <c:pt idx="265">
                  <c:v>3.78406911095578E-6</c:v>
                </c:pt>
                <c:pt idx="266">
                  <c:v>3.25105448278961E-6</c:v>
                </c:pt>
                <c:pt idx="267">
                  <c:v>3.5969638987614599E-6</c:v>
                </c:pt>
                <c:pt idx="268">
                  <c:v>3.2514757374525999E-6</c:v>
                </c:pt>
                <c:pt idx="269">
                  <c:v>3.3055656696208798E-6</c:v>
                </c:pt>
                <c:pt idx="270">
                  <c:v>3.4145369572896901E-6</c:v>
                </c:pt>
                <c:pt idx="271">
                  <c:v>3.4298388396719001E-6</c:v>
                </c:pt>
                <c:pt idx="272">
                  <c:v>3.4608476183079398E-6</c:v>
                </c:pt>
                <c:pt idx="273">
                  <c:v>4.0521527226554004E-6</c:v>
                </c:pt>
                <c:pt idx="274">
                  <c:v>3.5032704682876401E-6</c:v>
                </c:pt>
                <c:pt idx="275">
                  <c:v>3.5902968080466698E-6</c:v>
                </c:pt>
                <c:pt idx="276">
                  <c:v>3.80293989267036E-6</c:v>
                </c:pt>
                <c:pt idx="277">
                  <c:v>3.4252148985786699E-6</c:v>
                </c:pt>
                <c:pt idx="278">
                  <c:v>3.6223201570135002E-6</c:v>
                </c:pt>
                <c:pt idx="279">
                  <c:v>3.78533041191263E-6</c:v>
                </c:pt>
                <c:pt idx="280">
                  <c:v>3.6829848360854701E-6</c:v>
                </c:pt>
                <c:pt idx="281">
                  <c:v>3.4135134894874299E-6</c:v>
                </c:pt>
                <c:pt idx="282">
                  <c:v>3.44916912976299E-6</c:v>
                </c:pt>
                <c:pt idx="283">
                  <c:v>3.1934886816366201E-6</c:v>
                </c:pt>
                <c:pt idx="284">
                  <c:v>3.4241991403978298E-6</c:v>
                </c:pt>
                <c:pt idx="285">
                  <c:v>3.44296186532002E-6</c:v>
                </c:pt>
                <c:pt idx="286">
                  <c:v>3.3213903608056501E-6</c:v>
                </c:pt>
                <c:pt idx="287">
                  <c:v>3.1747830152741202E-6</c:v>
                </c:pt>
                <c:pt idx="288">
                  <c:v>3.3910840975401201E-6</c:v>
                </c:pt>
                <c:pt idx="289">
                  <c:v>3.2398346340895101E-6</c:v>
                </c:pt>
                <c:pt idx="290">
                  <c:v>3.2902153532382199E-6</c:v>
                </c:pt>
                <c:pt idx="291">
                  <c:v>3.3878688842748698E-6</c:v>
                </c:pt>
                <c:pt idx="292">
                  <c:v>2.8703435697280302E-6</c:v>
                </c:pt>
                <c:pt idx="293">
                  <c:v>3.4291346623313598E-6</c:v>
                </c:pt>
                <c:pt idx="294">
                  <c:v>3.3494682489713099E-6</c:v>
                </c:pt>
                <c:pt idx="295">
                  <c:v>3.2453109374766202E-6</c:v>
                </c:pt>
                <c:pt idx="296">
                  <c:v>3.1038208658171098E-6</c:v>
                </c:pt>
                <c:pt idx="297">
                  <c:v>3.5564283949641198E-6</c:v>
                </c:pt>
                <c:pt idx="298">
                  <c:v>3.2462593106091401E-6</c:v>
                </c:pt>
                <c:pt idx="299">
                  <c:v>3.41789082419262E-6</c:v>
                </c:pt>
                <c:pt idx="300">
                  <c:v>3.4008829386613401E-6</c:v>
                </c:pt>
                <c:pt idx="301">
                  <c:v>3.1359095890489698E-6</c:v>
                </c:pt>
                <c:pt idx="302">
                  <c:v>3.4581851300661298E-6</c:v>
                </c:pt>
                <c:pt idx="303">
                  <c:v>3.1176036452129E-6</c:v>
                </c:pt>
                <c:pt idx="304">
                  <c:v>3.1309616201484801E-6</c:v>
                </c:pt>
                <c:pt idx="305">
                  <c:v>3.5152416290394598E-6</c:v>
                </c:pt>
                <c:pt idx="306">
                  <c:v>3.1935153434297801E-6</c:v>
                </c:pt>
                <c:pt idx="307">
                  <c:v>3.6000703045247E-6</c:v>
                </c:pt>
                <c:pt idx="308">
                  <c:v>2.7982022724316098E-6</c:v>
                </c:pt>
                <c:pt idx="309">
                  <c:v>3.30994646570739E-6</c:v>
                </c:pt>
                <c:pt idx="310">
                  <c:v>3.0735031266361302E-6</c:v>
                </c:pt>
                <c:pt idx="311">
                  <c:v>3.1852853035203501E-6</c:v>
                </c:pt>
                <c:pt idx="312">
                  <c:v>3.2817594143404001E-6</c:v>
                </c:pt>
                <c:pt idx="313">
                  <c:v>3.08155013011807E-6</c:v>
                </c:pt>
                <c:pt idx="314">
                  <c:v>3.3073792158232999E-6</c:v>
                </c:pt>
                <c:pt idx="315">
                  <c:v>3.1192441292403401E-6</c:v>
                </c:pt>
                <c:pt idx="316">
                  <c:v>2.8962095871508401E-6</c:v>
                </c:pt>
                <c:pt idx="317">
                  <c:v>3.2461946356037601E-6</c:v>
                </c:pt>
                <c:pt idx="318">
                  <c:v>3.1551379333424998E-6</c:v>
                </c:pt>
                <c:pt idx="319">
                  <c:v>3.2290985744344401E-6</c:v>
                </c:pt>
                <c:pt idx="320">
                  <c:v>3.1130586363655102E-6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4B-4065-90E9-A893BB0CDC5D}"/>
            </c:ext>
          </c:extLst>
        </c:ser>
        <c:ser>
          <c:idx val="0"/>
          <c:order val="1"/>
          <c:tx>
            <c:v>penalty-100 iters</c:v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val>
            <c:numRef>
              <c:f>Sheet1!$G$3:$G$323</c:f>
              <c:numCache>
                <c:formatCode>General</c:formatCode>
                <c:ptCount val="321"/>
                <c:pt idx="0">
                  <c:v>1.3384695978673301E-2</c:v>
                </c:pt>
                <c:pt idx="1">
                  <c:v>1.6137428292880899E-2</c:v>
                </c:pt>
                <c:pt idx="2">
                  <c:v>1.44729899383519E-2</c:v>
                </c:pt>
                <c:pt idx="3">
                  <c:v>1.160613993469E-2</c:v>
                </c:pt>
                <c:pt idx="4">
                  <c:v>1.02363098348344E-2</c:v>
                </c:pt>
                <c:pt idx="5">
                  <c:v>6.3340388879240999E-3</c:v>
                </c:pt>
                <c:pt idx="6">
                  <c:v>4.6712825170631203E-3</c:v>
                </c:pt>
                <c:pt idx="7">
                  <c:v>2.7853056962846802E-3</c:v>
                </c:pt>
                <c:pt idx="8">
                  <c:v>2.0796327098223698E-3</c:v>
                </c:pt>
                <c:pt idx="9">
                  <c:v>2.0431811853979498E-3</c:v>
                </c:pt>
                <c:pt idx="10">
                  <c:v>2.0983449921865901E-3</c:v>
                </c:pt>
                <c:pt idx="11">
                  <c:v>2.0542815134802499E-3</c:v>
                </c:pt>
                <c:pt idx="12">
                  <c:v>1.9640813037454302E-3</c:v>
                </c:pt>
                <c:pt idx="13">
                  <c:v>1.9824322326712899E-3</c:v>
                </c:pt>
                <c:pt idx="14">
                  <c:v>1.9368774019989099E-3</c:v>
                </c:pt>
                <c:pt idx="15">
                  <c:v>1.75204340336057E-3</c:v>
                </c:pt>
                <c:pt idx="16">
                  <c:v>1.7240211744470101E-3</c:v>
                </c:pt>
                <c:pt idx="17">
                  <c:v>1.6221681957251199E-3</c:v>
                </c:pt>
                <c:pt idx="18">
                  <c:v>1.57425979993925E-3</c:v>
                </c:pt>
                <c:pt idx="19">
                  <c:v>1.5384356855167201E-3</c:v>
                </c:pt>
                <c:pt idx="20">
                  <c:v>1.58480141565193E-3</c:v>
                </c:pt>
                <c:pt idx="21">
                  <c:v>1.5847920902251501E-3</c:v>
                </c:pt>
                <c:pt idx="22">
                  <c:v>1.48909258768134E-3</c:v>
                </c:pt>
                <c:pt idx="23">
                  <c:v>1.4960932604571799E-3</c:v>
                </c:pt>
                <c:pt idx="24">
                  <c:v>1.41914809459751E-3</c:v>
                </c:pt>
                <c:pt idx="25">
                  <c:v>1.4315945122205301E-3</c:v>
                </c:pt>
                <c:pt idx="26">
                  <c:v>1.41498079045378E-3</c:v>
                </c:pt>
                <c:pt idx="27">
                  <c:v>1.3639225404428999E-3</c:v>
                </c:pt>
                <c:pt idx="28">
                  <c:v>1.3893556777576201E-3</c:v>
                </c:pt>
                <c:pt idx="29">
                  <c:v>1.3387738018106399E-3</c:v>
                </c:pt>
                <c:pt idx="30">
                  <c:v>1.29235625905853E-3</c:v>
                </c:pt>
                <c:pt idx="31">
                  <c:v>1.25617317764405E-3</c:v>
                </c:pt>
                <c:pt idx="32">
                  <c:v>1.2535422543262899E-3</c:v>
                </c:pt>
                <c:pt idx="33">
                  <c:v>1.2029136679676299E-3</c:v>
                </c:pt>
                <c:pt idx="34">
                  <c:v>1.1873483183423401E-3</c:v>
                </c:pt>
                <c:pt idx="35">
                  <c:v>1.18248620031064E-3</c:v>
                </c:pt>
                <c:pt idx="36">
                  <c:v>1.1885164300637701E-3</c:v>
                </c:pt>
                <c:pt idx="37">
                  <c:v>1.1126889741998401E-3</c:v>
                </c:pt>
                <c:pt idx="38">
                  <c:v>1.09189650389231E-3</c:v>
                </c:pt>
                <c:pt idx="39">
                  <c:v>1.10459180892909E-3</c:v>
                </c:pt>
                <c:pt idx="40">
                  <c:v>1.0851252788231999E-3</c:v>
                </c:pt>
                <c:pt idx="41">
                  <c:v>1.0628329268537399E-3</c:v>
                </c:pt>
                <c:pt idx="42">
                  <c:v>1.05304701510031E-3</c:v>
                </c:pt>
                <c:pt idx="43">
                  <c:v>1.09180987607596E-3</c:v>
                </c:pt>
                <c:pt idx="44">
                  <c:v>1.0438999042666299E-3</c:v>
                </c:pt>
                <c:pt idx="45">
                  <c:v>1.0474552322107501E-3</c:v>
                </c:pt>
                <c:pt idx="46">
                  <c:v>9.7557688619229796E-4</c:v>
                </c:pt>
                <c:pt idx="47">
                  <c:v>9.5771866665867605E-4</c:v>
                </c:pt>
                <c:pt idx="48">
                  <c:v>9.6173774428666003E-4</c:v>
                </c:pt>
                <c:pt idx="49">
                  <c:v>9.1262822989618398E-4</c:v>
                </c:pt>
                <c:pt idx="50">
                  <c:v>9.3013737191988903E-4</c:v>
                </c:pt>
                <c:pt idx="51">
                  <c:v>8.6683948183128201E-4</c:v>
                </c:pt>
                <c:pt idx="52">
                  <c:v>8.3475255064367402E-4</c:v>
                </c:pt>
                <c:pt idx="53">
                  <c:v>8.3279815285329604E-4</c:v>
                </c:pt>
                <c:pt idx="54">
                  <c:v>8.2451277254036296E-4</c:v>
                </c:pt>
                <c:pt idx="55">
                  <c:v>8.0822445464728897E-4</c:v>
                </c:pt>
                <c:pt idx="56">
                  <c:v>7.8330299237595901E-4</c:v>
                </c:pt>
                <c:pt idx="57">
                  <c:v>8.0351203623171895E-4</c:v>
                </c:pt>
                <c:pt idx="58">
                  <c:v>7.8173168202697301E-4</c:v>
                </c:pt>
                <c:pt idx="59">
                  <c:v>7.6016207258408901E-4</c:v>
                </c:pt>
                <c:pt idx="60">
                  <c:v>7.3052598011575504E-4</c:v>
                </c:pt>
                <c:pt idx="61">
                  <c:v>7.0552323306315005E-4</c:v>
                </c:pt>
                <c:pt idx="62">
                  <c:v>6.5350266496899396E-4</c:v>
                </c:pt>
                <c:pt idx="63">
                  <c:v>6.7513738455240004E-4</c:v>
                </c:pt>
                <c:pt idx="64">
                  <c:v>6.56671613661703E-4</c:v>
                </c:pt>
                <c:pt idx="65">
                  <c:v>6.2193714089363197E-4</c:v>
                </c:pt>
                <c:pt idx="66">
                  <c:v>5.7863244393919198E-4</c:v>
                </c:pt>
                <c:pt idx="67">
                  <c:v>5.5963766771636796E-4</c:v>
                </c:pt>
                <c:pt idx="68">
                  <c:v>5.3860132456036696E-4</c:v>
                </c:pt>
                <c:pt idx="69">
                  <c:v>5.1816343526123795E-4</c:v>
                </c:pt>
                <c:pt idx="70">
                  <c:v>4.9822900788074303E-4</c:v>
                </c:pt>
                <c:pt idx="71">
                  <c:v>4.739496367648E-4</c:v>
                </c:pt>
                <c:pt idx="72">
                  <c:v>4.4682317202937301E-4</c:v>
                </c:pt>
                <c:pt idx="73">
                  <c:v>4.1749114507613701E-4</c:v>
                </c:pt>
                <c:pt idx="74">
                  <c:v>3.9106845707990399E-4</c:v>
                </c:pt>
                <c:pt idx="75">
                  <c:v>3.5898154626439399E-4</c:v>
                </c:pt>
                <c:pt idx="76">
                  <c:v>3.1948058517974399E-4</c:v>
                </c:pt>
                <c:pt idx="77">
                  <c:v>2.7369522553173398E-4</c:v>
                </c:pt>
                <c:pt idx="78">
                  <c:v>2.24511961257915E-4</c:v>
                </c:pt>
                <c:pt idx="79">
                  <c:v>1.7492986324138299E-4</c:v>
                </c:pt>
                <c:pt idx="80">
                  <c:v>1.2783398384131801E-4</c:v>
                </c:pt>
                <c:pt idx="81" formatCode="0.00E+00">
                  <c:v>8.5867976139549694E-5</c:v>
                </c:pt>
                <c:pt idx="82" formatCode="0.00E+00">
                  <c:v>5.1287512233677802E-5</c:v>
                </c:pt>
                <c:pt idx="83" formatCode="0.00E+00">
                  <c:v>2.5841008454988099E-5</c:v>
                </c:pt>
                <c:pt idx="84" formatCode="0.00E+00">
                  <c:v>1.06685104943207E-5</c:v>
                </c:pt>
                <c:pt idx="85" formatCode="0.00E+00">
                  <c:v>6.2355070546392797E-6</c:v>
                </c:pt>
                <c:pt idx="86" formatCode="0.00E+00">
                  <c:v>1.2316616246379E-5</c:v>
                </c:pt>
                <c:pt idx="87" formatCode="0.00E+00">
                  <c:v>2.8032413130680099E-5</c:v>
                </c:pt>
                <c:pt idx="88" formatCode="0.00E+00">
                  <c:v>5.1930956326505601E-5</c:v>
                </c:pt>
                <c:pt idx="89" formatCode="0.00E+00">
                  <c:v>8.2101782767946102E-5</c:v>
                </c:pt>
                <c:pt idx="90">
                  <c:v>1.1631258188425499E-4</c:v>
                </c:pt>
                <c:pt idx="91">
                  <c:v>1.5216021998198701E-4</c:v>
                </c:pt>
                <c:pt idx="92">
                  <c:v>1.8722777094220801E-4</c:v>
                </c:pt>
                <c:pt idx="93">
                  <c:v>2.1923340885480301E-4</c:v>
                </c:pt>
                <c:pt idx="94">
                  <c:v>2.4616594374098901E-4</c:v>
                </c:pt>
                <c:pt idx="95">
                  <c:v>2.6639457116497403E-4</c:v>
                </c:pt>
                <c:pt idx="96">
                  <c:v>2.7874056955669801E-4</c:v>
                </c:pt>
                <c:pt idx="97">
                  <c:v>2.82563595165847E-4</c:v>
                </c:pt>
                <c:pt idx="98">
                  <c:v>2.7775768715336102E-4</c:v>
                </c:pt>
                <c:pt idx="99">
                  <c:v>2.6473715097198201E-4</c:v>
                </c:pt>
                <c:pt idx="100">
                  <c:v>2.4440481527431202E-4</c:v>
                </c:pt>
                <c:pt idx="101">
                  <c:v>2.1809286538417499E-4</c:v>
                </c:pt>
                <c:pt idx="102">
                  <c:v>1.87469689040216E-4</c:v>
                </c:pt>
                <c:pt idx="103">
                  <c:v>1.5443093389098101E-4</c:v>
                </c:pt>
                <c:pt idx="104">
                  <c:v>1.20977402855745E-4</c:v>
                </c:pt>
                <c:pt idx="105" formatCode="0.00E+00">
                  <c:v>8.9086582078524995E-5</c:v>
                </c:pt>
                <c:pt idx="106" formatCode="0.00E+00">
                  <c:v>6.05871867964892E-5</c:v>
                </c:pt>
                <c:pt idx="107" formatCode="0.00E+00">
                  <c:v>3.70459539325402E-5</c:v>
                </c:pt>
                <c:pt idx="108" formatCode="0.00E+00">
                  <c:v>1.9674067821379899E-5</c:v>
                </c:pt>
                <c:pt idx="109" formatCode="0.00E+00">
                  <c:v>9.25913510101782E-6</c:v>
                </c:pt>
                <c:pt idx="110" formatCode="0.00E+00">
                  <c:v>6.12678275575701E-6</c:v>
                </c:pt>
                <c:pt idx="111" formatCode="0.00E+00">
                  <c:v>1.0133593860515901E-5</c:v>
                </c:pt>
                <c:pt idx="112" formatCode="0.00E+00">
                  <c:v>2.0690963438466301E-5</c:v>
                </c:pt>
                <c:pt idx="113" formatCode="0.00E+00">
                  <c:v>3.6817185392529497E-5</c:v>
                </c:pt>
                <c:pt idx="114" formatCode="0.00E+00">
                  <c:v>5.7213276003868702E-5</c:v>
                </c:pt>
                <c:pt idx="115" formatCode="0.00E+00">
                  <c:v>8.0356547975740794E-5</c:v>
                </c:pt>
                <c:pt idx="116">
                  <c:v>1.04604614020804E-4</c:v>
                </c:pt>
                <c:pt idx="117">
                  <c:v>1.2830433892397199E-4</c:v>
                </c:pt>
                <c:pt idx="118">
                  <c:v>1.49894427518093E-4</c:v>
                </c:pt>
                <c:pt idx="119">
                  <c:v>1.6800126457778501E-4</c:v>
                </c:pt>
                <c:pt idx="120">
                  <c:v>1.8151634884670299E-4</c:v>
                </c:pt>
                <c:pt idx="121">
                  <c:v>1.8965602411952399E-4</c:v>
                </c:pt>
                <c:pt idx="122">
                  <c:v>1.9199809287930901E-4</c:v>
                </c:pt>
                <c:pt idx="123">
                  <c:v>1.8849458650990999E-4</c:v>
                </c:pt>
                <c:pt idx="124">
                  <c:v>1.7946145981740801E-4</c:v>
                </c:pt>
                <c:pt idx="125">
                  <c:v>1.65546424624375E-4</c:v>
                </c:pt>
                <c:pt idx="126">
                  <c:v>1.4767879600311601E-4</c:v>
                </c:pt>
                <c:pt idx="127">
                  <c:v>1.2700202740194299E-4</c:v>
                </c:pt>
                <c:pt idx="128">
                  <c:v>1.04797668556369E-4</c:v>
                </c:pt>
                <c:pt idx="129" formatCode="0.00E+00">
                  <c:v>8.2401492815165506E-5</c:v>
                </c:pt>
                <c:pt idx="130" formatCode="0.00E+00">
                  <c:v>6.1119911708929498E-5</c:v>
                </c:pt>
                <c:pt idx="131" formatCode="0.00E+00">
                  <c:v>4.2150969600001797E-5</c:v>
                </c:pt>
                <c:pt idx="132" formatCode="0.00E+00">
                  <c:v>2.6513615771343398E-5</c:v>
                </c:pt>
                <c:pt idx="133" formatCode="0.00E+00">
                  <c:v>1.49907898387875E-5</c:v>
                </c:pt>
                <c:pt idx="134" formatCode="0.00E+00">
                  <c:v>8.0885776612893805E-6</c:v>
                </c:pt>
                <c:pt idx="135" formatCode="0.00E+00">
                  <c:v>6.0137221210886503E-6</c:v>
                </c:pt>
                <c:pt idx="136" formatCode="0.00E+00">
                  <c:v>8.6702088917148795E-6</c:v>
                </c:pt>
                <c:pt idx="137" formatCode="0.00E+00">
                  <c:v>1.5674572693588901E-5</c:v>
                </c:pt>
                <c:pt idx="138" formatCode="0.00E+00">
                  <c:v>2.6388349816582499E-5</c:v>
                </c:pt>
                <c:pt idx="139" formatCode="0.00E+00">
                  <c:v>3.9965180599880802E-5</c:v>
                </c:pt>
                <c:pt idx="140" formatCode="0.00E+00">
                  <c:v>5.5409224547259602E-5</c:v>
                </c:pt>
                <c:pt idx="141" formatCode="0.00E+00">
                  <c:v>7.1640932615026003E-5</c:v>
                </c:pt>
                <c:pt idx="142" formatCode="0.00E+00">
                  <c:v>8.7566000415453799E-5</c:v>
                </c:pt>
                <c:pt idx="143">
                  <c:v>1.02143054077942E-4</c:v>
                </c:pt>
                <c:pt idx="144">
                  <c:v>1.14446251132725E-4</c:v>
                </c:pt>
                <c:pt idx="145">
                  <c:v>1.2371872477800599E-4</c:v>
                </c:pt>
                <c:pt idx="146">
                  <c:v>1.2941441217844299E-4</c:v>
                </c:pt>
                <c:pt idx="147">
                  <c:v>1.3122558263046799E-4</c:v>
                </c:pt>
                <c:pt idx="148">
                  <c:v>1.2909499638348099E-4</c:v>
                </c:pt>
                <c:pt idx="149">
                  <c:v>1.2321241262308301E-4</c:v>
                </c:pt>
                <c:pt idx="150">
                  <c:v>1.13995706224094E-4</c:v>
                </c:pt>
                <c:pt idx="151">
                  <c:v>1.02058635144753E-4</c:v>
                </c:pt>
                <c:pt idx="152" formatCode="0.00E+00">
                  <c:v>8.8167124634041895E-5</c:v>
                </c:pt>
                <c:pt idx="153" formatCode="0.00E+00">
                  <c:v>7.3187248754636399E-5</c:v>
                </c:pt>
                <c:pt idx="154" formatCode="0.00E+00">
                  <c:v>5.8028367065562998E-5</c:v>
                </c:pt>
                <c:pt idx="155" formatCode="0.00E+00">
                  <c:v>4.3585021621180998E-5</c:v>
                </c:pt>
                <c:pt idx="156" formatCode="0.00E+00">
                  <c:v>3.0681294146285101E-5</c:v>
                </c:pt>
                <c:pt idx="157" formatCode="0.00E+00">
                  <c:v>2.0021169609015201E-5</c:v>
                </c:pt>
                <c:pt idx="158" formatCode="0.00E+00">
                  <c:v>1.21478402918048E-5</c:v>
                </c:pt>
                <c:pt idx="159" formatCode="0.00E+00">
                  <c:v>7.4143270222647303E-6</c:v>
                </c:pt>
                <c:pt idx="160" formatCode="0.00E+00">
                  <c:v>5.9670217638669798E-6</c:v>
                </c:pt>
                <c:pt idx="161" formatCode="0.00E+00">
                  <c:v>7.7427928891848892E-6</c:v>
                </c:pt>
                <c:pt idx="162" formatCode="0.00E+00">
                  <c:v>1.24794831898578E-5</c:v>
                </c:pt>
                <c:pt idx="163" formatCode="0.00E+00">
                  <c:v>1.9738671619919299E-5</c:v>
                </c:pt>
                <c:pt idx="164" formatCode="0.00E+00">
                  <c:v>2.8938870292936898E-5</c:v>
                </c:pt>
                <c:pt idx="165" formatCode="0.00E+00">
                  <c:v>3.9396666998206402E-5</c:v>
                </c:pt>
                <c:pt idx="166" formatCode="0.00E+00">
                  <c:v>5.0372935224842798E-5</c:v>
                </c:pt>
                <c:pt idx="167" formatCode="0.00E+00">
                  <c:v>6.1120951562968094E-5</c:v>
                </c:pt>
                <c:pt idx="168" formatCode="0.00E+00">
                  <c:v>7.0933367748553797E-5</c:v>
                </c:pt>
                <c:pt idx="169" formatCode="0.00E+00">
                  <c:v>7.9185058676873102E-5</c:v>
                </c:pt>
                <c:pt idx="170" formatCode="0.00E+00">
                  <c:v>8.5369260359804898E-5</c:v>
                </c:pt>
                <c:pt idx="171" formatCode="0.00E+00">
                  <c:v>8.9125062516054194E-5</c:v>
                </c:pt>
                <c:pt idx="172" formatCode="0.00E+00">
                  <c:v>9.0254988693433703E-5</c:v>
                </c:pt>
                <c:pt idx="173" formatCode="0.00E+00">
                  <c:v>8.8731671062664002E-5</c:v>
                </c:pt>
                <c:pt idx="174" formatCode="0.00E+00">
                  <c:v>8.4693713138564095E-5</c:v>
                </c:pt>
                <c:pt idx="175" formatCode="0.00E+00">
                  <c:v>7.8431422748713702E-5</c:v>
                </c:pt>
                <c:pt idx="176" formatCode="0.00E+00">
                  <c:v>7.0363924387563501E-5</c:v>
                </c:pt>
                <c:pt idx="177" formatCode="0.00E+00">
                  <c:v>6.1009035180277702E-5</c:v>
                </c:pt>
                <c:pt idx="178" formatCode="0.00E+00">
                  <c:v>5.0947809359812201E-5</c:v>
                </c:pt>
                <c:pt idx="179" formatCode="0.00E+00">
                  <c:v>4.0786829621061599E-5</c:v>
                </c:pt>
                <c:pt idx="180" formatCode="0.00E+00">
                  <c:v>3.1120018002167201E-5</c:v>
                </c:pt>
                <c:pt idx="181" formatCode="0.00E+00">
                  <c:v>2.2492476423606601E-5</c:v>
                </c:pt>
                <c:pt idx="182" formatCode="0.00E+00">
                  <c:v>1.5368535106297501E-5</c:v>
                </c:pt>
                <c:pt idx="183" formatCode="0.00E+00">
                  <c:v>1.0105752215655901E-5</c:v>
                </c:pt>
                <c:pt idx="184" formatCode="0.00E+00">
                  <c:v>6.9363080344565797E-6</c:v>
                </c:pt>
                <c:pt idx="185" formatCode="0.00E+00">
                  <c:v>5.9566368050667804E-6</c:v>
                </c:pt>
                <c:pt idx="186" formatCode="0.00E+00">
                  <c:v>7.1256985385554196E-6</c:v>
                </c:pt>
                <c:pt idx="187" formatCode="0.00E+00">
                  <c:v>1.0271729642121901E-5</c:v>
                </c:pt>
                <c:pt idx="188" formatCode="0.00E+00">
                  <c:v>1.51067882204713E-5</c:v>
                </c:pt>
                <c:pt idx="189" formatCode="0.00E+00">
                  <c:v>2.12479867934174E-5</c:v>
                </c:pt>
                <c:pt idx="190" formatCode="0.00E+00">
                  <c:v>2.8243928436803001E-5</c:v>
                </c:pt>
                <c:pt idx="191" formatCode="0.00E+00">
                  <c:v>3.5604566998998798E-5</c:v>
                </c:pt>
                <c:pt idx="192" formatCode="0.00E+00">
                  <c:v>4.2832580184978402E-5</c:v>
                </c:pt>
                <c:pt idx="193" formatCode="0.00E+00">
                  <c:v>4.9454264948394202E-5</c:v>
                </c:pt>
                <c:pt idx="194" formatCode="0.00E+00">
                  <c:v>5.5048142387418403E-5</c:v>
                </c:pt>
                <c:pt idx="195" formatCode="0.00E+00">
                  <c:v>5.9269447295320003E-5</c:v>
                </c:pt>
                <c:pt idx="196" formatCode="0.00E+00">
                  <c:v>6.1869246807830697E-5</c:v>
                </c:pt>
                <c:pt idx="197" formatCode="0.00E+00">
                  <c:v>6.2707051177778996E-5</c:v>
                </c:pt>
                <c:pt idx="198" formatCode="0.00E+00">
                  <c:v>6.1756361415013093E-5</c:v>
                </c:pt>
                <c:pt idx="199" formatCode="0.00E+00">
                  <c:v>5.9102976415057597E-5</c:v>
                </c:pt>
                <c:pt idx="200" formatCode="0.00E+00">
                  <c:v>5.49363802437642E-5</c:v>
                </c:pt>
                <c:pt idx="201" formatCode="0.00E+00">
                  <c:v>4.9534896434114802E-5</c:v>
                </c:pt>
                <c:pt idx="202" formatCode="0.00E+00">
                  <c:v>4.3245759810625499E-5</c:v>
                </c:pt>
                <c:pt idx="203" formatCode="0.00E+00">
                  <c:v>3.6461399698692E-5</c:v>
                </c:pt>
                <c:pt idx="204" formatCode="0.00E+00">
                  <c:v>2.9593642550437001E-5</c:v>
                </c:pt>
                <c:pt idx="205" formatCode="0.00E+00">
                  <c:v>2.3047413244814702E-5</c:v>
                </c:pt>
                <c:pt idx="206" formatCode="0.00E+00">
                  <c:v>1.7195638405157701E-5</c:v>
                </c:pt>
                <c:pt idx="207" formatCode="0.00E+00">
                  <c:v>1.23569013395269E-5</c:v>
                </c:pt>
                <c:pt idx="208" formatCode="0.00E+00">
                  <c:v>8.7771765694198103E-6</c:v>
                </c:pt>
                <c:pt idx="209" formatCode="0.00E+00">
                  <c:v>6.6166677509411796E-6</c:v>
                </c:pt>
                <c:pt idx="210" formatCode="0.00E+00">
                  <c:v>5.9424202047680396E-6</c:v>
                </c:pt>
                <c:pt idx="211" formatCode="0.00E+00">
                  <c:v>6.7270220802157399E-6</c:v>
                </c:pt>
                <c:pt idx="212" formatCode="0.00E+00">
                  <c:v>8.85327904892899E-6</c:v>
                </c:pt>
                <c:pt idx="213" formatCode="0.00E+00">
                  <c:v>1.21243662720035E-5</c:v>
                </c:pt>
                <c:pt idx="214" formatCode="0.00E+00">
                  <c:v>1.62786525414303E-5</c:v>
                </c:pt>
                <c:pt idx="215" formatCode="0.00E+00">
                  <c:v>2.10081139232139E-5</c:v>
                </c:pt>
                <c:pt idx="216" formatCode="0.00E+00">
                  <c:v>2.5979050053866901E-5</c:v>
                </c:pt>
                <c:pt idx="217" formatCode="0.00E+00">
                  <c:v>3.0853731637862298E-5</c:v>
                </c:pt>
                <c:pt idx="218" formatCode="0.00E+00">
                  <c:v>3.5311569259369502E-5</c:v>
                </c:pt>
                <c:pt idx="219" formatCode="0.00E+00">
                  <c:v>3.9068537863503599E-5</c:v>
                </c:pt>
                <c:pt idx="220" formatCode="0.00E+00">
                  <c:v>4.1893635882571398E-5</c:v>
                </c:pt>
                <c:pt idx="221" formatCode="0.00E+00">
                  <c:v>4.3621497597220597E-5</c:v>
                </c:pt>
                <c:pt idx="222" formatCode="0.00E+00">
                  <c:v>4.41605361105574E-5</c:v>
                </c:pt>
                <c:pt idx="223" formatCode="0.00E+00">
                  <c:v>4.3496165177898599E-5</c:v>
                </c:pt>
                <c:pt idx="224" formatCode="0.00E+00">
                  <c:v>4.1689185476137399E-5</c:v>
                </c:pt>
                <c:pt idx="225" formatCode="0.00E+00">
                  <c:v>3.88695426690723E-5</c:v>
                </c:pt>
                <c:pt idx="226" formatCode="0.00E+00">
                  <c:v>3.5226021233465701E-5</c:v>
                </c:pt>
                <c:pt idx="227" formatCode="0.00E+00">
                  <c:v>3.0992635199373498E-5</c:v>
                </c:pt>
                <c:pt idx="228" formatCode="0.00E+00">
                  <c:v>2.6432694767134602E-5</c:v>
                </c:pt>
                <c:pt idx="229" formatCode="0.00E+00">
                  <c:v>2.1821583497909902E-5</c:v>
                </c:pt>
                <c:pt idx="230" formatCode="0.00E+00">
                  <c:v>1.7429373433807899E-5</c:v>
                </c:pt>
                <c:pt idx="231" formatCode="0.00E+00">
                  <c:v>1.35043207253611E-5</c:v>
                </c:pt>
                <c:pt idx="232" formatCode="0.00E+00">
                  <c:v>1.0258248069310599E-5</c:v>
                </c:pt>
                <c:pt idx="233" formatCode="0.00E+00">
                  <c:v>7.8546260946822699E-6</c:v>
                </c:pt>
                <c:pt idx="234" formatCode="0.00E+00">
                  <c:v>6.40001518192416E-6</c:v>
                </c:pt>
                <c:pt idx="235" formatCode="0.00E+00">
                  <c:v>5.9392669409789998E-6</c:v>
                </c:pt>
                <c:pt idx="236" formatCode="0.00E+00">
                  <c:v>6.4546761464000298E-6</c:v>
                </c:pt>
                <c:pt idx="237" formatCode="0.00E+00">
                  <c:v>7.8690022467855505E-6</c:v>
                </c:pt>
                <c:pt idx="238" formatCode="0.00E+00">
                  <c:v>1.00520666290047E-5</c:v>
                </c:pt>
                <c:pt idx="239" formatCode="0.00E+00">
                  <c:v>1.28303966656263E-5</c:v>
                </c:pt>
                <c:pt idx="240" formatCode="0.00E+00">
                  <c:v>1.5999243749641599E-5</c:v>
                </c:pt>
                <c:pt idx="241" formatCode="0.00E+00">
                  <c:v>1.9336180060447098E-5</c:v>
                </c:pt>
                <c:pt idx="242" formatCode="0.00E+00">
                  <c:v>2.2615373297685301E-5</c:v>
                </c:pt>
                <c:pt idx="243" formatCode="0.00E+00">
                  <c:v>2.56216552388093E-5</c:v>
                </c:pt>
                <c:pt idx="244" formatCode="0.00E+00">
                  <c:v>2.8163512294756802E-5</c:v>
                </c:pt>
                <c:pt idx="245" formatCode="0.00E+00">
                  <c:v>3.0084235278312199E-5</c:v>
                </c:pt>
                <c:pt idx="246" formatCode="0.00E+00">
                  <c:v>3.12705912100684E-5</c:v>
                </c:pt>
                <c:pt idx="247" formatCode="0.00E+00">
                  <c:v>3.1658542294344102E-5</c:v>
                </c:pt>
                <c:pt idx="248" formatCode="0.00E+00">
                  <c:v>3.1235753937060198E-5</c:v>
                </c:pt>
                <c:pt idx="249" formatCode="0.00E+00">
                  <c:v>3.00408119027349E-5</c:v>
                </c:pt>
                <c:pt idx="250" formatCode="0.00E+00">
                  <c:v>2.8159305890733E-5</c:v>
                </c:pt>
                <c:pt idx="251" formatCode="0.00E+00">
                  <c:v>2.57170927824095E-5</c:v>
                </c:pt>
                <c:pt idx="252" formatCode="0.00E+00">
                  <c:v>2.28712563483041E-5</c:v>
                </c:pt>
                <c:pt idx="253" formatCode="0.00E+00">
                  <c:v>1.9799387154246001E-5</c:v>
                </c:pt>
                <c:pt idx="254" formatCode="0.00E+00">
                  <c:v>1.6687893806998901E-5</c:v>
                </c:pt>
                <c:pt idx="255" formatCode="0.00E+00">
                  <c:v>1.3720122379861899E-5</c:v>
                </c:pt>
                <c:pt idx="256" formatCode="0.00E+00">
                  <c:v>1.1065017691538699E-5</c:v>
                </c:pt>
                <c:pt idx="257" formatCode="0.00E+00">
                  <c:v>8.8670230043041094E-6</c:v>
                </c:pt>
                <c:pt idx="258" formatCode="0.00E+00">
                  <c:v>7.23782877937845E-6</c:v>
                </c:pt>
                <c:pt idx="259" formatCode="0.00E+00">
                  <c:v>6.2504071900628197E-6</c:v>
                </c:pt>
                <c:pt idx="260" formatCode="0.00E+00">
                  <c:v>5.9356615047096898E-6</c:v>
                </c:pt>
                <c:pt idx="261" formatCode="0.00E+00">
                  <c:v>6.2818061783002799E-6</c:v>
                </c:pt>
                <c:pt idx="262" formatCode="0.00E+00">
                  <c:v>7.2364372931287401E-6</c:v>
                </c:pt>
                <c:pt idx="263" formatCode="0.00E+00">
                  <c:v>8.7110755744238401E-6</c:v>
                </c:pt>
                <c:pt idx="264" formatCode="0.00E+00">
                  <c:v>1.0587815262399501E-5</c:v>
                </c:pt>
                <c:pt idx="265" formatCode="0.00E+00">
                  <c:v>1.2727604275384E-5</c:v>
                </c:pt>
                <c:pt idx="266" formatCode="0.00E+00">
                  <c:v>1.4979574568421001E-5</c:v>
                </c:pt>
                <c:pt idx="267" formatCode="0.00E+00">
                  <c:v>1.7190809797916E-5</c:v>
                </c:pt>
                <c:pt idx="268" formatCode="0.00E+00">
                  <c:v>1.9215927201050399E-5</c:v>
                </c:pt>
                <c:pt idx="269" formatCode="0.00E+00">
                  <c:v>2.0925871480009498E-5</c:v>
                </c:pt>
                <c:pt idx="270" formatCode="0.00E+00">
                  <c:v>2.2215414354852801E-5</c:v>
                </c:pt>
                <c:pt idx="271" formatCode="0.00E+00">
                  <c:v>2.30089198263925E-5</c:v>
                </c:pt>
                <c:pt idx="272" formatCode="0.00E+00">
                  <c:v>2.32640836003912E-5</c:v>
                </c:pt>
                <c:pt idx="273" formatCode="0.00E+00">
                  <c:v>2.2973484522283899E-5</c:v>
                </c:pt>
                <c:pt idx="274" formatCode="0.00E+00">
                  <c:v>2.216391797085E-5</c:v>
                </c:pt>
                <c:pt idx="275" formatCode="0.00E+00">
                  <c:v>2.0893630791563898E-5</c:v>
                </c:pt>
                <c:pt idx="276" formatCode="0.00E+00">
                  <c:v>1.9247700261280101E-5</c:v>
                </c:pt>
                <c:pt idx="277" formatCode="0.00E+00">
                  <c:v>1.7331903802948502E-5</c:v>
                </c:pt>
                <c:pt idx="278" formatCode="0.00E+00">
                  <c:v>1.5265505929502299E-5</c:v>
                </c:pt>
                <c:pt idx="279" formatCode="0.00E+00">
                  <c:v>1.31734480724349E-5</c:v>
                </c:pt>
                <c:pt idx="280" formatCode="0.00E+00">
                  <c:v>1.11784381185188E-5</c:v>
                </c:pt>
                <c:pt idx="281" formatCode="0.00E+00">
                  <c:v>9.3934330591019195E-6</c:v>
                </c:pt>
                <c:pt idx="282" formatCode="0.00E+00">
                  <c:v>7.9149631121722904E-6</c:v>
                </c:pt>
                <c:pt idx="283" formatCode="0.00E+00">
                  <c:v>6.8176809768057303E-6</c:v>
                </c:pt>
                <c:pt idx="284" formatCode="0.00E+00">
                  <c:v>6.1504337416826797E-6</c:v>
                </c:pt>
                <c:pt idx="285" formatCode="0.00E+00">
                  <c:v>5.9340470753281601E-6</c:v>
                </c:pt>
                <c:pt idx="286" formatCode="0.00E+00">
                  <c:v>6.1609107439469298E-6</c:v>
                </c:pt>
                <c:pt idx="287" formatCode="0.00E+00">
                  <c:v>6.7963293033637902E-6</c:v>
                </c:pt>
                <c:pt idx="288" formatCode="0.00E+00">
                  <c:v>7.7815053018166097E-6</c:v>
                </c:pt>
                <c:pt idx="289" formatCode="0.00E+00">
                  <c:v>9.0379095215483603E-6</c:v>
                </c:pt>
                <c:pt idx="290" formatCode="0.00E+00">
                  <c:v>1.04727477875138E-5</c:v>
                </c:pt>
                <c:pt idx="291" formatCode="0.00E+00">
                  <c:v>1.1985132017325201E-5</c:v>
                </c:pt>
                <c:pt idx="292" formatCode="0.00E+00">
                  <c:v>1.3472571207008501E-5</c:v>
                </c:pt>
                <c:pt idx="293" formatCode="0.00E+00">
                  <c:v>1.4837368877122101E-5</c:v>
                </c:pt>
                <c:pt idx="294" formatCode="0.00E+00">
                  <c:v>1.5992520644536902E-5</c:v>
                </c:pt>
                <c:pt idx="295" formatCode="0.00E+00">
                  <c:v>1.68667846191399E-5</c:v>
                </c:pt>
                <c:pt idx="296" formatCode="0.00E+00">
                  <c:v>1.7408618826575201E-5</c:v>
                </c:pt>
                <c:pt idx="297" formatCode="0.00E+00">
                  <c:v>1.75887815658652E-5</c:v>
                </c:pt>
                <c:pt idx="298" formatCode="0.00E+00">
                  <c:v>1.7401465051728401E-5</c:v>
                </c:pt>
                <c:pt idx="299" formatCode="0.00E+00">
                  <c:v>1.6863948346028501E-5</c:v>
                </c:pt>
                <c:pt idx="300" formatCode="0.00E+00">
                  <c:v>1.60148269275209E-5</c:v>
                </c:pt>
                <c:pt idx="301" formatCode="0.00E+00">
                  <c:v>1.49109577759948E-5</c:v>
                </c:pt>
                <c:pt idx="302" formatCode="0.00E+00">
                  <c:v>1.36233766794891E-5</c:v>
                </c:pt>
                <c:pt idx="303" formatCode="0.00E+00">
                  <c:v>1.22324416925297E-5</c:v>
                </c:pt>
                <c:pt idx="304" formatCode="0.00E+00">
                  <c:v>1.0822551373246299E-5</c:v>
                </c:pt>
                <c:pt idx="305" formatCode="0.00E+00">
                  <c:v>9.4767712444122695E-6</c:v>
                </c:pt>
                <c:pt idx="306" formatCode="0.00E+00">
                  <c:v>8.2716941497547993E-6</c:v>
                </c:pt>
                <c:pt idx="307" formatCode="0.00E+00">
                  <c:v>7.2728788941422297E-6</c:v>
                </c:pt>
                <c:pt idx="308" formatCode="0.00E+00">
                  <c:v>6.5311021687949E-6</c:v>
                </c:pt>
                <c:pt idx="309" formatCode="0.00E+00">
                  <c:v>6.0796518887081199E-6</c:v>
                </c:pt>
                <c:pt idx="310" formatCode="0.00E+00">
                  <c:v>5.93279882229918E-6</c:v>
                </c:pt>
                <c:pt idx="311" formatCode="0.00E+00">
                  <c:v>6.0854975844640598E-6</c:v>
                </c:pt>
                <c:pt idx="312" formatCode="0.00E+00">
                  <c:v>6.5143020519140997E-6</c:v>
                </c:pt>
                <c:pt idx="313" formatCode="0.00E+00">
                  <c:v>7.1794012357545799E-6</c:v>
                </c:pt>
                <c:pt idx="314" formatCode="0.00E+00">
                  <c:v>8.0276097810752206E-6</c:v>
                </c:pt>
                <c:pt idx="315" formatCode="0.00E+00">
                  <c:v>8.9960976783644795E-6</c:v>
                </c:pt>
                <c:pt idx="316" formatCode="0.00E+00">
                  <c:v>1.0016600062006E-5</c:v>
                </c:pt>
                <c:pt idx="317" formatCode="0.00E+00">
                  <c:v>1.10198357074226E-5</c:v>
                </c:pt>
                <c:pt idx="318" formatCode="0.00E+00">
                  <c:v>1.1939846204436001E-5</c:v>
                </c:pt>
                <c:pt idx="319" formatCode="0.00E+00">
                  <c:v>1.27179863547795E-5</c:v>
                </c:pt>
                <c:pt idx="320" formatCode="0.00E+00">
                  <c:v>1.33063364990667E-5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4B-4065-90E9-A893BB0CDC5D}"/>
            </c:ext>
          </c:extLst>
        </c:ser>
        <c:ser>
          <c:idx val="1"/>
          <c:order val="2"/>
          <c:tx>
            <c:v>penalty-200 iters</c:v>
          </c:tx>
          <c:spPr>
            <a:ln>
              <a:solidFill>
                <a:schemeClr val="accent6"/>
              </a:solidFill>
            </a:ln>
          </c:spPr>
          <c:marker>
            <c:symbol val="none"/>
          </c:marker>
          <c:val>
            <c:numRef>
              <c:f>Sheet1!$S$3:$S$323</c:f>
              <c:numCache>
                <c:formatCode>General</c:formatCode>
                <c:ptCount val="321"/>
                <c:pt idx="0">
                  <c:v>3.8990559443307198E-2</c:v>
                </c:pt>
                <c:pt idx="1">
                  <c:v>5.1780029373475402E-2</c:v>
                </c:pt>
                <c:pt idx="2">
                  <c:v>4.1769046437191301E-2</c:v>
                </c:pt>
                <c:pt idx="3">
                  <c:v>2.2616654410842499E-2</c:v>
                </c:pt>
                <c:pt idx="4">
                  <c:v>8.6387974833265508E-3</c:v>
                </c:pt>
                <c:pt idx="5">
                  <c:v>7.1881580937473398E-3</c:v>
                </c:pt>
                <c:pt idx="6">
                  <c:v>9.5626490064639608E-3</c:v>
                </c:pt>
                <c:pt idx="7">
                  <c:v>9.5660763108296708E-3</c:v>
                </c:pt>
                <c:pt idx="8">
                  <c:v>8.5370426471196095E-3</c:v>
                </c:pt>
                <c:pt idx="9">
                  <c:v>7.9354302089929499E-3</c:v>
                </c:pt>
                <c:pt idx="10">
                  <c:v>7.9568315965076498E-3</c:v>
                </c:pt>
                <c:pt idx="11">
                  <c:v>7.8661286909251695E-3</c:v>
                </c:pt>
                <c:pt idx="12">
                  <c:v>7.7436089925030597E-3</c:v>
                </c:pt>
                <c:pt idx="13">
                  <c:v>7.4437616252872596E-3</c:v>
                </c:pt>
                <c:pt idx="14">
                  <c:v>7.2837814577420296E-3</c:v>
                </c:pt>
                <c:pt idx="15">
                  <c:v>7.20466249455345E-3</c:v>
                </c:pt>
                <c:pt idx="16">
                  <c:v>6.7944940400938699E-3</c:v>
                </c:pt>
                <c:pt idx="17">
                  <c:v>6.4970309104044098E-3</c:v>
                </c:pt>
                <c:pt idx="18">
                  <c:v>6.27004113517765E-3</c:v>
                </c:pt>
                <c:pt idx="19">
                  <c:v>5.8880143494579804E-3</c:v>
                </c:pt>
                <c:pt idx="20">
                  <c:v>5.7232814272268799E-3</c:v>
                </c:pt>
                <c:pt idx="21">
                  <c:v>5.4366849772024498E-3</c:v>
                </c:pt>
                <c:pt idx="22">
                  <c:v>5.21246771297242E-3</c:v>
                </c:pt>
                <c:pt idx="23">
                  <c:v>4.88212840247014E-3</c:v>
                </c:pt>
                <c:pt idx="24">
                  <c:v>4.7204730824312998E-3</c:v>
                </c:pt>
                <c:pt idx="25">
                  <c:v>4.4501752247414501E-3</c:v>
                </c:pt>
                <c:pt idx="26">
                  <c:v>4.2358631876559596E-3</c:v>
                </c:pt>
                <c:pt idx="27">
                  <c:v>4.0449968562288304E-3</c:v>
                </c:pt>
                <c:pt idx="28">
                  <c:v>4.0340898360514601E-3</c:v>
                </c:pt>
                <c:pt idx="29">
                  <c:v>3.7855476164979501E-3</c:v>
                </c:pt>
                <c:pt idx="30">
                  <c:v>3.5989071737189699E-3</c:v>
                </c:pt>
                <c:pt idx="31">
                  <c:v>3.4031819024241301E-3</c:v>
                </c:pt>
                <c:pt idx="32">
                  <c:v>3.2183493869038199E-3</c:v>
                </c:pt>
                <c:pt idx="33">
                  <c:v>3.01176542958514E-3</c:v>
                </c:pt>
                <c:pt idx="34">
                  <c:v>2.81918506630236E-3</c:v>
                </c:pt>
                <c:pt idx="35">
                  <c:v>2.5948802538751101E-3</c:v>
                </c:pt>
                <c:pt idx="36">
                  <c:v>2.3273075441305E-3</c:v>
                </c:pt>
                <c:pt idx="37">
                  <c:v>2.01583849193035E-3</c:v>
                </c:pt>
                <c:pt idx="38">
                  <c:v>1.6821068180781101E-3</c:v>
                </c:pt>
                <c:pt idx="39">
                  <c:v>1.3470629107558E-3</c:v>
                </c:pt>
                <c:pt idx="40">
                  <c:v>1.0294321194375599E-3</c:v>
                </c:pt>
                <c:pt idx="41">
                  <c:v>7.4535667589450505E-4</c:v>
                </c:pt>
                <c:pt idx="42">
                  <c:v>5.0818087956205904E-4</c:v>
                </c:pt>
                <c:pt idx="43">
                  <c:v>3.2819844233602098E-4</c:v>
                </c:pt>
                <c:pt idx="44">
                  <c:v>2.12390331890194E-4</c:v>
                </c:pt>
                <c:pt idx="45">
                  <c:v>1.6420652482674201E-4</c:v>
                </c:pt>
                <c:pt idx="46">
                  <c:v>1.8342078868474799E-4</c:v>
                </c:pt>
                <c:pt idx="47">
                  <c:v>2.66105719693157E-4</c:v>
                </c:pt>
                <c:pt idx="48">
                  <c:v>4.0480195322130098E-4</c:v>
                </c:pt>
                <c:pt idx="49">
                  <c:v>5.8893370506962403E-4</c:v>
                </c:pt>
                <c:pt idx="50">
                  <c:v>8.0545777783155598E-4</c:v>
                </c:pt>
                <c:pt idx="51">
                  <c:v>1.0396736478170501E-3</c:v>
                </c:pt>
                <c:pt idx="52">
                  <c:v>1.27610582794281E-3</c:v>
                </c:pt>
                <c:pt idx="53">
                  <c:v>1.49939496128061E-3</c:v>
                </c:pt>
                <c:pt idx="54">
                  <c:v>1.69515227760017E-3</c:v>
                </c:pt>
                <c:pt idx="55">
                  <c:v>1.85081586389527E-3</c:v>
                </c:pt>
                <c:pt idx="56">
                  <c:v>1.9564035339601402E-3</c:v>
                </c:pt>
                <c:pt idx="57">
                  <c:v>2.0008796085450699E-3</c:v>
                </c:pt>
                <c:pt idx="58">
                  <c:v>1.9838080730692799E-3</c:v>
                </c:pt>
                <c:pt idx="59">
                  <c:v>1.9130218997340999E-3</c:v>
                </c:pt>
                <c:pt idx="60">
                  <c:v>1.7903967123514099E-3</c:v>
                </c:pt>
                <c:pt idx="61">
                  <c:v>1.6228823311756301E-3</c:v>
                </c:pt>
                <c:pt idx="62">
                  <c:v>1.42170249405506E-3</c:v>
                </c:pt>
                <c:pt idx="63">
                  <c:v>1.20005256530926E-3</c:v>
                </c:pt>
                <c:pt idx="64">
                  <c:v>9.7201815292152695E-4</c:v>
                </c:pt>
                <c:pt idx="65">
                  <c:v>7.5155951763809401E-4</c:v>
                </c:pt>
                <c:pt idx="66">
                  <c:v>5.51579242628184E-4</c:v>
                </c:pt>
                <c:pt idx="67">
                  <c:v>3.8313793727756299E-4</c:v>
                </c:pt>
                <c:pt idx="68">
                  <c:v>2.5485227595611301E-4</c:v>
                </c:pt>
                <c:pt idx="69">
                  <c:v>1.72489136779105E-4</c:v>
                </c:pt>
                <c:pt idx="70">
                  <c:v>1.3875418352011701E-4</c:v>
                </c:pt>
                <c:pt idx="71">
                  <c:v>1.5326605065231499E-4</c:v>
                </c:pt>
                <c:pt idx="72">
                  <c:v>2.1270400386324599E-4</c:v>
                </c:pt>
                <c:pt idx="73">
                  <c:v>3.1111435412483598E-4</c:v>
                </c:pt>
                <c:pt idx="74">
                  <c:v>4.4035699186016202E-4</c:v>
                </c:pt>
                <c:pt idx="75">
                  <c:v>5.9066709328704499E-4</c:v>
                </c:pt>
                <c:pt idx="76">
                  <c:v>7.5129971438911804E-4</c:v>
                </c:pt>
                <c:pt idx="77">
                  <c:v>9.1121983766174097E-4</c:v>
                </c:pt>
                <c:pt idx="78">
                  <c:v>1.0597929040819299E-3</c:v>
                </c:pt>
                <c:pt idx="79">
                  <c:v>1.1874360098447199E-3</c:v>
                </c:pt>
                <c:pt idx="80">
                  <c:v>1.2861862955219701E-3</c:v>
                </c:pt>
                <c:pt idx="81">
                  <c:v>1.3501520989155299E-3</c:v>
                </c:pt>
                <c:pt idx="82">
                  <c:v>1.3758239896585101E-3</c:v>
                </c:pt>
                <c:pt idx="83">
                  <c:v>1.3622169364306499E-3</c:v>
                </c:pt>
                <c:pt idx="84">
                  <c:v>1.3108447982561301E-3</c:v>
                </c:pt>
                <c:pt idx="85">
                  <c:v>1.22554628897511E-3</c:v>
                </c:pt>
                <c:pt idx="86">
                  <c:v>1.1121491251008301E-3</c:v>
                </c:pt>
                <c:pt idx="87">
                  <c:v>9.7803281759187809E-4</c:v>
                </c:pt>
                <c:pt idx="88">
                  <c:v>8.3160505196353495E-4</c:v>
                </c:pt>
                <c:pt idx="89">
                  <c:v>6.8173770482944402E-4</c:v>
                </c:pt>
                <c:pt idx="90">
                  <c:v>5.3720102246167505E-4</c:v>
                </c:pt>
                <c:pt idx="91">
                  <c:v>4.0613175709807402E-4</c:v>
                </c:pt>
                <c:pt idx="92">
                  <c:v>2.9556566817424599E-4</c:v>
                </c:pt>
                <c:pt idx="93">
                  <c:v>2.1105785832130101E-4</c:v>
                </c:pt>
                <c:pt idx="94">
                  <c:v>1.56407299357291E-4</c:v>
                </c:pt>
                <c:pt idx="95">
                  <c:v>1.33494856227354E-4</c:v>
                </c:pt>
                <c:pt idx="96">
                  <c:v>1.4223771565438699E-4</c:v>
                </c:pt>
                <c:pt idx="97">
                  <c:v>1.8065749186922599E-4</c:v>
                </c:pt>
                <c:pt idx="98">
                  <c:v>2.4505425030410402E-4</c:v>
                </c:pt>
                <c:pt idx="99">
                  <c:v>3.3027406594251602E-4</c:v>
                </c:pt>
                <c:pt idx="100">
                  <c:v>4.30053786162071E-4</c:v>
                </c:pt>
                <c:pt idx="101">
                  <c:v>5.3742267682569105E-4</c:v>
                </c:pt>
                <c:pt idx="102">
                  <c:v>6.4513810145683703E-4</c:v>
                </c:pt>
                <c:pt idx="103">
                  <c:v>7.4612947636705398E-4</c:v>
                </c:pt>
                <c:pt idx="104">
                  <c:v>8.3392516846844797E-4</c:v>
                </c:pt>
                <c:pt idx="105">
                  <c:v>9.0303599748260699E-4</c:v>
                </c:pt>
                <c:pt idx="106">
                  <c:v>9.4927287075421605E-4</c:v>
                </c:pt>
                <c:pt idx="107">
                  <c:v>9.6997867430584296E-4</c:v>
                </c:pt>
                <c:pt idx="108">
                  <c:v>9.6416098458352196E-4</c:v>
                </c:pt>
                <c:pt idx="109">
                  <c:v>9.3251703941119501E-4</c:v>
                </c:pt>
                <c:pt idx="110">
                  <c:v>8.7735092631212905E-4</c:v>
                </c:pt>
                <c:pt idx="111">
                  <c:v>8.0238976811208005E-4</c:v>
                </c:pt>
                <c:pt idx="112">
                  <c:v>7.1251200049214495E-4</c:v>
                </c:pt>
                <c:pt idx="113">
                  <c:v>6.1340744084773002E-4</c:v>
                </c:pt>
                <c:pt idx="114">
                  <c:v>5.1119258791631095E-4</c:v>
                </c:pt>
                <c:pt idx="115">
                  <c:v>4.1200856137560399E-4</c:v>
                </c:pt>
                <c:pt idx="116">
                  <c:v>3.2162774653366301E-4</c:v>
                </c:pt>
                <c:pt idx="117">
                  <c:v>2.4509604699694701E-4</c:v>
                </c:pt>
                <c:pt idx="118">
                  <c:v>1.8643279161131599E-4</c:v>
                </c:pt>
                <c:pt idx="119">
                  <c:v>1.4840638315734701E-4</c:v>
                </c:pt>
                <c:pt idx="120">
                  <c:v>1.3239807640762899E-4</c:v>
                </c:pt>
                <c:pt idx="121">
                  <c:v>1.3835952611748899E-4</c:v>
                </c:pt>
                <c:pt idx="122">
                  <c:v>1.6486355761022699E-4</c:v>
                </c:pt>
                <c:pt idx="123">
                  <c:v>2.09241366054618E-4</c:v>
                </c:pt>
                <c:pt idx="124">
                  <c:v>2.6779401289209399E-4</c:v>
                </c:pt>
                <c:pt idx="125">
                  <c:v>3.36061785465131E-4</c:v>
                </c:pt>
                <c:pt idx="126">
                  <c:v>4.0913191644470801E-4</c:v>
                </c:pt>
                <c:pt idx="127">
                  <c:v>4.8196355241509898E-4</c:v>
                </c:pt>
                <c:pt idx="128">
                  <c:v>5.4970863839671797E-4</c:v>
                </c:pt>
                <c:pt idx="129">
                  <c:v>6.0800856303121003E-4</c:v>
                </c:pt>
                <c:pt idx="130">
                  <c:v>6.5324880949087097E-4</c:v>
                </c:pt>
                <c:pt idx="131">
                  <c:v>6.8275733749539901E-4</c:v>
                </c:pt>
                <c:pt idx="132">
                  <c:v>6.9493655227672202E-4</c:v>
                </c:pt>
                <c:pt idx="133">
                  <c:v>6.8932333557077802E-4</c:v>
                </c:pt>
                <c:pt idx="134">
                  <c:v>6.6657654993891504E-4</c:v>
                </c:pt>
                <c:pt idx="135">
                  <c:v>6.2839564493313101E-4</c:v>
                </c:pt>
                <c:pt idx="136">
                  <c:v>5.7737843431532202E-4</c:v>
                </c:pt>
                <c:pt idx="137">
                  <c:v>5.1682919871661695E-4</c:v>
                </c:pt>
                <c:pt idx="138">
                  <c:v>4.50530944720536E-4</c:v>
                </c:pt>
                <c:pt idx="139">
                  <c:v>3.8249705521141398E-4</c:v>
                </c:pt>
                <c:pt idx="140">
                  <c:v>3.1671817205426402E-4</c:v>
                </c:pt>
                <c:pt idx="141">
                  <c:v>2.5691966014045102E-4</c:v>
                </c:pt>
                <c:pt idx="142">
                  <c:v>2.0634377750873101E-4</c:v>
                </c:pt>
                <c:pt idx="143">
                  <c:v>1.6756851076030701E-4</c:v>
                </c:pt>
                <c:pt idx="144">
                  <c:v>1.4237255503785301E-4</c:v>
                </c:pt>
                <c:pt idx="145">
                  <c:v>1.3165276942552899E-4</c:v>
                </c:pt>
                <c:pt idx="146">
                  <c:v>1.3539722984601E-4</c:v>
                </c:pt>
                <c:pt idx="147">
                  <c:v>1.5271370079852101E-4</c:v>
                </c:pt>
                <c:pt idx="148">
                  <c:v>1.81910149151872E-4</c:v>
                </c:pt>
                <c:pt idx="149">
                  <c:v>2.20621025189855E-4</c:v>
                </c:pt>
                <c:pt idx="150">
                  <c:v>2.65970580212103E-4</c:v>
                </c:pt>
                <c:pt idx="151">
                  <c:v>3.1476255888176601E-4</c:v>
                </c:pt>
                <c:pt idx="152">
                  <c:v>3.6368428784263799E-4</c:v>
                </c:pt>
                <c:pt idx="153">
                  <c:v>4.0951261184443802E-4</c:v>
                </c:pt>
                <c:pt idx="154">
                  <c:v>4.49309240697454E-4</c:v>
                </c:pt>
                <c:pt idx="155">
                  <c:v>4.8059385804422299E-4</c:v>
                </c:pt>
                <c:pt idx="156">
                  <c:v>5.0148491191235602E-4</c:v>
                </c:pt>
                <c:pt idx="157">
                  <c:v>5.1080026395071204E-4</c:v>
                </c:pt>
                <c:pt idx="158">
                  <c:v>5.0811204336502003E-4</c:v>
                </c:pt>
                <c:pt idx="159">
                  <c:v>4.9375353407864404E-4</c:v>
                </c:pt>
                <c:pt idx="160">
                  <c:v>4.6877822844666902E-4</c:v>
                </c:pt>
                <c:pt idx="161">
                  <c:v>4.3487491458237698E-4</c:v>
                </c:pt>
                <c:pt idx="162">
                  <c:v>3.9424481704180398E-4</c:v>
                </c:pt>
                <c:pt idx="163">
                  <c:v>3.4944965756024399E-4</c:v>
                </c:pt>
                <c:pt idx="164">
                  <c:v>3.0324061494803399E-4</c:v>
                </c:pt>
                <c:pt idx="165">
                  <c:v>2.5837972291668901E-4</c:v>
                </c:pt>
                <c:pt idx="166">
                  <c:v>2.1746546269995199E-4</c:v>
                </c:pt>
                <c:pt idx="167">
                  <c:v>1.82773373368877E-4</c:v>
                </c:pt>
                <c:pt idx="168">
                  <c:v>1.56121751437036E-4</c:v>
                </c:pt>
                <c:pt idx="169">
                  <c:v>1.38770390929797E-4</c:v>
                </c:pt>
                <c:pt idx="170">
                  <c:v>1.3135793052946099E-4</c:v>
                </c:pt>
                <c:pt idx="171">
                  <c:v>1.3388072443975199E-4</c:v>
                </c:pt>
                <c:pt idx="172">
                  <c:v>1.4571333415397801E-4</c:v>
                </c:pt>
                <c:pt idx="173">
                  <c:v>1.65667967293416E-4</c:v>
                </c:pt>
                <c:pt idx="174">
                  <c:v>1.92087746710488E-4</c:v>
                </c:pt>
                <c:pt idx="175">
                  <c:v>2.2296664392979399E-4</c:v>
                </c:pt>
                <c:pt idx="176">
                  <c:v>2.5608743648044299E-4</c:v>
                </c:pt>
                <c:pt idx="177">
                  <c:v>2.8916820867845599E-4</c:v>
                </c:pt>
                <c:pt idx="178">
                  <c:v>3.2000772843187702E-4</c:v>
                </c:pt>
                <c:pt idx="179">
                  <c:v>3.4662050165796399E-4</c:v>
                </c:pt>
                <c:pt idx="180">
                  <c:v>3.6735336453066201E-4</c:v>
                </c:pt>
                <c:pt idx="181">
                  <c:v>3.80976961413089E-4</c:v>
                </c:pt>
                <c:pt idx="182">
                  <c:v>3.86747384008671E-4</c:v>
                </c:pt>
                <c:pt idx="183">
                  <c:v>3.84435298670271E-4</c:v>
                </c:pt>
                <c:pt idx="184">
                  <c:v>3.7432206159129702E-4</c:v>
                </c:pt>
                <c:pt idx="185">
                  <c:v>3.5716437670815299E-4</c:v>
                </c:pt>
                <c:pt idx="186">
                  <c:v>3.3413094941950702E-4</c:v>
                </c:pt>
                <c:pt idx="187">
                  <c:v>3.0671611675521998E-4</c:v>
                </c:pt>
                <c:pt idx="188">
                  <c:v>2.7663666511423498E-4</c:v>
                </c:pt>
                <c:pt idx="189">
                  <c:v>2.4571875042893202E-4</c:v>
                </c:pt>
                <c:pt idx="190">
                  <c:v>2.15782171205161E-4</c:v>
                </c:pt>
                <c:pt idx="191">
                  <c:v>1.8852908489394799E-4</c:v>
                </c:pt>
                <c:pt idx="192">
                  <c:v>1.6544371207161999E-4</c:v>
                </c:pt>
                <c:pt idx="193">
                  <c:v>1.4770867374036201E-4</c:v>
                </c:pt>
                <c:pt idx="194">
                  <c:v>1.36142402500506E-4</c:v>
                </c:pt>
                <c:pt idx="195">
                  <c:v>1.3116067741078601E-4</c:v>
                </c:pt>
                <c:pt idx="196">
                  <c:v>1.3276377200660699E-4</c:v>
                </c:pt>
                <c:pt idx="197">
                  <c:v>1.4054922400238401E-4</c:v>
                </c:pt>
                <c:pt idx="198">
                  <c:v>1.5374863444616999E-4</c:v>
                </c:pt>
                <c:pt idx="199">
                  <c:v>1.71285598992719E-4</c:v>
                </c:pt>
                <c:pt idx="200">
                  <c:v>1.9185069313592201E-4</c:v>
                </c:pt>
                <c:pt idx="201">
                  <c:v>2.13988498446808E-4</c:v>
                </c:pt>
                <c:pt idx="202">
                  <c:v>2.36191147129011E-4</c:v>
                </c:pt>
                <c:pt idx="203">
                  <c:v>2.5699246310316101E-4</c:v>
                </c:pt>
                <c:pt idx="204">
                  <c:v>2.7505707877367302E-4</c:v>
                </c:pt>
                <c:pt idx="205">
                  <c:v>2.8925905917732899E-4</c:v>
                </c:pt>
                <c:pt idx="206">
                  <c:v>2.98745677214407E-4</c:v>
                </c:pt>
                <c:pt idx="207">
                  <c:v>3.0298249485994201E-4</c:v>
                </c:pt>
                <c:pt idx="208">
                  <c:v>3.0177771732203801E-4</c:v>
                </c:pt>
                <c:pt idx="209">
                  <c:v>2.9528457277829901E-4</c:v>
                </c:pt>
                <c:pt idx="210">
                  <c:v>2.83982084477018E-4</c:v>
                </c:pt>
                <c:pt idx="211">
                  <c:v>2.6863616951487397E-4</c:v>
                </c:pt>
                <c:pt idx="212">
                  <c:v>2.5024367852436401E-4</c:v>
                </c:pt>
                <c:pt idx="213">
                  <c:v>2.2996351960215901E-4</c:v>
                </c:pt>
                <c:pt idx="214">
                  <c:v>2.0903941949113299E-4</c:v>
                </c:pt>
                <c:pt idx="215">
                  <c:v>1.88719534188855E-4</c:v>
                </c:pt>
                <c:pt idx="216">
                  <c:v>1.7017797585309899E-4</c:v>
                </c:pt>
                <c:pt idx="217">
                  <c:v>1.5444326871905001E-4</c:v>
                </c:pt>
                <c:pt idx="218">
                  <c:v>1.4233805443125401E-4</c:v>
                </c:pt>
                <c:pt idx="219">
                  <c:v>1.3443361464442099E-4</c:v>
                </c:pt>
                <c:pt idx="220">
                  <c:v>1.3102164749611501E-4</c:v>
                </c:pt>
                <c:pt idx="221">
                  <c:v>1.3210459715810299E-4</c:v>
                </c:pt>
                <c:pt idx="222">
                  <c:v>1.37404572873883E-4</c:v>
                </c:pt>
                <c:pt idx="223">
                  <c:v>1.4638971107326301E-4</c:v>
                </c:pt>
                <c:pt idx="224">
                  <c:v>1.58315696972407E-4</c:v>
                </c:pt>
                <c:pt idx="225">
                  <c:v>1.7227934875097001E-4</c:v>
                </c:pt>
                <c:pt idx="226">
                  <c:v>1.87280404044551E-4</c:v>
                </c:pt>
                <c:pt idx="227">
                  <c:v>2.02287328167901E-4</c:v>
                </c:pt>
                <c:pt idx="228">
                  <c:v>2.16302834685667E-4</c:v>
                </c:pt>
                <c:pt idx="229">
                  <c:v>2.28424988610223E-4</c:v>
                </c:pt>
                <c:pt idx="230">
                  <c:v>2.3790023645566501E-4</c:v>
                </c:pt>
                <c:pt idx="231">
                  <c:v>2.4416529303293002E-4</c:v>
                </c:pt>
                <c:pt idx="232">
                  <c:v>2.46875699353135E-4</c:v>
                </c:pt>
                <c:pt idx="233">
                  <c:v>2.4591980703340298E-4</c:v>
                </c:pt>
                <c:pt idx="234">
                  <c:v>2.41417788347472E-4</c:v>
                </c:pt>
                <c:pt idx="235">
                  <c:v>2.3370635148790299E-4</c:v>
                </c:pt>
                <c:pt idx="236">
                  <c:v>2.23310607697212E-4</c:v>
                </c:pt>
                <c:pt idx="237">
                  <c:v>2.10905342581845E-4</c:v>
                </c:pt>
                <c:pt idx="238">
                  <c:v>1.9726834211555101E-4</c:v>
                </c:pt>
                <c:pt idx="239">
                  <c:v>1.8322908082687401E-4</c:v>
                </c:pt>
                <c:pt idx="240">
                  <c:v>1.69615944706036E-4</c:v>
                </c:pt>
                <c:pt idx="241">
                  <c:v>1.5720530857565E-4</c:v>
                </c:pt>
                <c:pt idx="242">
                  <c:v>1.4667548480240799E-4</c:v>
                </c:pt>
                <c:pt idx="243">
                  <c:v>1.3856820312292299E-4</c:v>
                </c:pt>
                <c:pt idx="244">
                  <c:v>1.3325967320039001E-4</c:v>
                </c:pt>
                <c:pt idx="245">
                  <c:v>1.3094267726012799E-4</c:v>
                </c:pt>
                <c:pt idx="246">
                  <c:v>1.3162045581997E-4</c:v>
                </c:pt>
                <c:pt idx="247">
                  <c:v>1.3511235075349201E-4</c:v>
                </c:pt>
                <c:pt idx="248">
                  <c:v>1.41070521629166E-4</c:v>
                </c:pt>
                <c:pt idx="249">
                  <c:v>1.4900638435678699E-4</c:v>
                </c:pt>
                <c:pt idx="250">
                  <c:v>1.5832488332663999E-4</c:v>
                </c:pt>
                <c:pt idx="251">
                  <c:v>1.6836428120126399E-4</c:v>
                </c:pt>
                <c:pt idx="252">
                  <c:v>1.78438897683371E-4</c:v>
                </c:pt>
                <c:pt idx="253">
                  <c:v>1.8788209179479499E-4</c:v>
                </c:pt>
                <c:pt idx="254">
                  <c:v>1.9608684079396499E-4</c:v>
                </c:pt>
                <c:pt idx="255">
                  <c:v>2.0254153809394799E-4</c:v>
                </c:pt>
                <c:pt idx="256">
                  <c:v>2.0685885689009599E-4</c:v>
                </c:pt>
                <c:pt idx="257">
                  <c:v>2.08796160263085E-4</c:v>
                </c:pt>
                <c:pt idx="258">
                  <c:v>2.0826636351487101E-4</c:v>
                </c:pt>
                <c:pt idx="259">
                  <c:v>2.0533883937158301E-4</c:v>
                </c:pt>
                <c:pt idx="260">
                  <c:v>2.00230575052799E-4</c:v>
                </c:pt>
                <c:pt idx="261">
                  <c:v>1.9328837360895699E-4</c:v>
                </c:pt>
                <c:pt idx="262">
                  <c:v>1.8496346334893399E-4</c:v>
                </c:pt>
                <c:pt idx="263">
                  <c:v>1.7578028517259599E-4</c:v>
                </c:pt>
                <c:pt idx="264">
                  <c:v>1.66301604940883E-4</c:v>
                </c:pt>
                <c:pt idx="265">
                  <c:v>1.57092196763077E-4</c:v>
                </c:pt>
                <c:pt idx="266">
                  <c:v>1.4868346643956499E-4</c:v>
                </c:pt>
                <c:pt idx="267">
                  <c:v>1.4154120590080299E-4</c:v>
                </c:pt>
                <c:pt idx="268">
                  <c:v>1.3603842142880001E-4</c:v>
                </c:pt>
                <c:pt idx="269">
                  <c:v>1.32434794091395E-4</c:v>
                </c:pt>
                <c:pt idx="270">
                  <c:v>1.30863906521292E-4</c:v>
                </c:pt>
                <c:pt idx="271">
                  <c:v>1.31328776969529E-4</c:v>
                </c:pt>
                <c:pt idx="272">
                  <c:v>1.3370574123426499E-4</c:v>
                </c:pt>
                <c:pt idx="273">
                  <c:v>1.3775617212925901E-4</c:v>
                </c:pt>
                <c:pt idx="274">
                  <c:v>1.4314505621143599E-4</c:v>
                </c:pt>
                <c:pt idx="275">
                  <c:v>1.4946499651707199E-4</c:v>
                </c:pt>
                <c:pt idx="276">
                  <c:v>1.5626399764562699E-4</c:v>
                </c:pt>
                <c:pt idx="277">
                  <c:v>1.6307511854105899E-4</c:v>
                </c:pt>
                <c:pt idx="278">
                  <c:v>1.69446082531627E-4</c:v>
                </c:pt>
                <c:pt idx="279">
                  <c:v>1.7496697471398501E-4</c:v>
                </c:pt>
                <c:pt idx="280">
                  <c:v>1.7929437419707801E-4</c:v>
                </c:pt>
                <c:pt idx="281">
                  <c:v>1.8217051802501099E-4</c:v>
                </c:pt>
                <c:pt idx="282">
                  <c:v>1.83436488386705E-4</c:v>
                </c:pt>
                <c:pt idx="283">
                  <c:v>1.8303881279284901E-4</c:v>
                </c:pt>
                <c:pt idx="284">
                  <c:v>1.8102929695726E-4</c:v>
                </c:pt>
                <c:pt idx="285">
                  <c:v>1.7755832426353301E-4</c:v>
                </c:pt>
                <c:pt idx="286">
                  <c:v>1.72862316475961E-4</c:v>
                </c:pt>
                <c:pt idx="287">
                  <c:v>1.6724626740838099E-4</c:v>
                </c:pt>
                <c:pt idx="288">
                  <c:v>1.6106264957936001E-4</c:v>
                </c:pt>
                <c:pt idx="289">
                  <c:v>1.5468810261317701E-4</c:v>
                </c:pt>
                <c:pt idx="290">
                  <c:v>1.48499400195408E-4</c:v>
                </c:pt>
                <c:pt idx="291">
                  <c:v>1.4285020336078801E-4</c:v>
                </c:pt>
                <c:pt idx="292">
                  <c:v>1.3804999709868799E-4</c:v>
                </c:pt>
                <c:pt idx="293">
                  <c:v>1.3434643279937699E-4</c:v>
                </c:pt>
                <c:pt idx="294">
                  <c:v>1.3191200387342901E-4</c:v>
                </c:pt>
                <c:pt idx="295">
                  <c:v>1.3083579267202699E-4</c:v>
                </c:pt>
                <c:pt idx="296">
                  <c:v>1.3112058247933999E-4</c:v>
                </c:pt>
                <c:pt idx="297">
                  <c:v>1.32685357197164E-4</c:v>
                </c:pt>
                <c:pt idx="298">
                  <c:v>1.3537287383030101E-4</c:v>
                </c:pt>
                <c:pt idx="299">
                  <c:v>1.38961685131533E-4</c:v>
                </c:pt>
                <c:pt idx="300">
                  <c:v>1.43181749901357E-4</c:v>
                </c:pt>
                <c:pt idx="301">
                  <c:v>1.4773256373104199E-4</c:v>
                </c:pt>
                <c:pt idx="302">
                  <c:v>1.52302632908702E-4</c:v>
                </c:pt>
                <c:pt idx="303">
                  <c:v>1.5658904167664301E-4</c:v>
                </c:pt>
                <c:pt idx="304">
                  <c:v>1.6031593612141599E-4</c:v>
                </c:pt>
                <c:pt idx="305">
                  <c:v>1.6325077534114199E-4</c:v>
                </c:pt>
                <c:pt idx="306">
                  <c:v>1.6521746066309301E-4</c:v>
                </c:pt>
                <c:pt idx="307">
                  <c:v>1.6610557502999801E-4</c:v>
                </c:pt>
                <c:pt idx="308">
                  <c:v>1.65875275760145E-4</c:v>
                </c:pt>
                <c:pt idx="309">
                  <c:v>1.6455768689918E-4</c:v>
                </c:pt>
                <c:pt idx="310">
                  <c:v>1.6225085394214699E-4</c:v>
                </c:pt>
                <c:pt idx="311">
                  <c:v>1.59111651938299E-4</c:v>
                </c:pt>
                <c:pt idx="312">
                  <c:v>1.5534427672539899E-4</c:v>
                </c:pt>
                <c:pt idx="313">
                  <c:v>1.5118609974647401E-4</c:v>
                </c:pt>
                <c:pt idx="314">
                  <c:v>1.4689188522161E-4</c:v>
                </c:pt>
                <c:pt idx="315">
                  <c:v>1.4271737434038399E-4</c:v>
                </c:pt>
                <c:pt idx="316">
                  <c:v>1.3890329859904201E-4</c:v>
                </c:pt>
                <c:pt idx="317">
                  <c:v>1.3566080941624701E-4</c:v>
                </c:pt>
                <c:pt idx="318">
                  <c:v>1.33159195298916E-4</c:v>
                </c:pt>
                <c:pt idx="319">
                  <c:v>1.31516593183043E-4</c:v>
                </c:pt>
                <c:pt idx="320">
                  <c:v>1.3079418721629601E-4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4B-4065-90E9-A893BB0CDC5D}"/>
            </c:ext>
          </c:extLst>
        </c:ser>
        <c:ser>
          <c:idx val="2"/>
          <c:order val="3"/>
          <c:tx>
            <c:v>penalty-400 iters</c:v>
          </c:tx>
          <c:spPr>
            <a:ln>
              <a:solidFill>
                <a:srgbClr val="7030A0"/>
              </a:solidFill>
            </a:ln>
          </c:spPr>
          <c:marker>
            <c:symbol val="none"/>
          </c:marker>
          <c:val>
            <c:numRef>
              <c:f>Sheet1!$V$3:$V$323</c:f>
              <c:numCache>
                <c:formatCode>General</c:formatCode>
                <c:ptCount val="321"/>
                <c:pt idx="0">
                  <c:v>6.2762018260118596E-2</c:v>
                </c:pt>
                <c:pt idx="1">
                  <c:v>0.111869639135005</c:v>
                </c:pt>
                <c:pt idx="2">
                  <c:v>7.0040156551688798E-2</c:v>
                </c:pt>
                <c:pt idx="3">
                  <c:v>2.4216361212009201E-2</c:v>
                </c:pt>
                <c:pt idx="4">
                  <c:v>2.1508477847468701E-2</c:v>
                </c:pt>
                <c:pt idx="5">
                  <c:v>3.0474738630884301E-2</c:v>
                </c:pt>
                <c:pt idx="6">
                  <c:v>3.2550320113676E-2</c:v>
                </c:pt>
                <c:pt idx="7">
                  <c:v>3.2305686015765202E-2</c:v>
                </c:pt>
                <c:pt idx="8">
                  <c:v>3.2635804786185503E-2</c:v>
                </c:pt>
                <c:pt idx="9">
                  <c:v>3.52827758561279E-2</c:v>
                </c:pt>
                <c:pt idx="10">
                  <c:v>3.65763082935723E-2</c:v>
                </c:pt>
                <c:pt idx="11">
                  <c:v>3.5787582546670103E-2</c:v>
                </c:pt>
                <c:pt idx="12">
                  <c:v>3.2534695327896899E-2</c:v>
                </c:pt>
                <c:pt idx="13">
                  <c:v>3.0296978850281001E-2</c:v>
                </c:pt>
                <c:pt idx="14">
                  <c:v>2.9086466070615501E-2</c:v>
                </c:pt>
                <c:pt idx="15">
                  <c:v>2.60056789201073E-2</c:v>
                </c:pt>
                <c:pt idx="16">
                  <c:v>2.41107576679606E-2</c:v>
                </c:pt>
                <c:pt idx="17">
                  <c:v>2.1762527109040801E-2</c:v>
                </c:pt>
                <c:pt idx="18">
                  <c:v>1.91502692020558E-2</c:v>
                </c:pt>
                <c:pt idx="19">
                  <c:v>1.6195819165885701E-2</c:v>
                </c:pt>
                <c:pt idx="20">
                  <c:v>1.3511031851894799E-2</c:v>
                </c:pt>
                <c:pt idx="21">
                  <c:v>1.09928103573806E-2</c:v>
                </c:pt>
                <c:pt idx="22">
                  <c:v>8.7233376578914907E-3</c:v>
                </c:pt>
                <c:pt idx="23">
                  <c:v>6.5424480106701004E-3</c:v>
                </c:pt>
                <c:pt idx="24">
                  <c:v>4.5555361566000296E-3</c:v>
                </c:pt>
                <c:pt idx="25">
                  <c:v>2.8709126528370901E-3</c:v>
                </c:pt>
                <c:pt idx="26">
                  <c:v>1.5926784438227799E-3</c:v>
                </c:pt>
                <c:pt idx="27">
                  <c:v>8.0885983093106895E-4</c:v>
                </c:pt>
                <c:pt idx="28">
                  <c:v>5.7565878708271795E-4</c:v>
                </c:pt>
                <c:pt idx="29">
                  <c:v>9.0609422083876197E-4</c:v>
                </c:pt>
                <c:pt idx="30">
                  <c:v>1.7676150873795701E-3</c:v>
                </c:pt>
                <c:pt idx="31">
                  <c:v>3.0867327608359802E-3</c:v>
                </c:pt>
                <c:pt idx="32">
                  <c:v>4.7566367993279899E-3</c:v>
                </c:pt>
                <c:pt idx="33">
                  <c:v>6.6457362538481501E-3</c:v>
                </c:pt>
                <c:pt idx="34">
                  <c:v>8.6075213027175697E-3</c:v>
                </c:pt>
                <c:pt idx="35">
                  <c:v>1.0492597094162301E-2</c:v>
                </c:pt>
                <c:pt idx="36">
                  <c:v>1.21622676384989E-2</c:v>
                </c:pt>
                <c:pt idx="37">
                  <c:v>1.35013371309572E-2</c:v>
                </c:pt>
                <c:pt idx="38">
                  <c:v>1.4427366853753501E-2</c:v>
                </c:pt>
                <c:pt idx="39">
                  <c:v>1.48947130714355E-2</c:v>
                </c:pt>
                <c:pt idx="40">
                  <c:v>1.4893468369020901E-2</c:v>
                </c:pt>
                <c:pt idx="41">
                  <c:v>1.4444711317101001E-2</c:v>
                </c:pt>
                <c:pt idx="42">
                  <c:v>1.3594119721342E-2</c:v>
                </c:pt>
                <c:pt idx="43">
                  <c:v>1.24055062681293E-2</c:v>
                </c:pt>
                <c:pt idx="44">
                  <c:v>1.0955335768453599E-2</c:v>
                </c:pt>
                <c:pt idx="45">
                  <c:v>9.3284979916250007E-3</c:v>
                </c:pt>
                <c:pt idx="46">
                  <c:v>7.6151227083398202E-3</c:v>
                </c:pt>
                <c:pt idx="47">
                  <c:v>5.9078532713088697E-3</c:v>
                </c:pt>
                <c:pt idx="48">
                  <c:v>4.29889246125046E-3</c:v>
                </c:pt>
                <c:pt idx="49">
                  <c:v>2.87624320973787E-3</c:v>
                </c:pt>
                <c:pt idx="50">
                  <c:v>1.7189067386841001E-3</c:v>
                </c:pt>
                <c:pt idx="51">
                  <c:v>8.9128071185149696E-4</c:v>
                </c:pt>
                <c:pt idx="52">
                  <c:v>4.37466281525508E-4</c:v>
                </c:pt>
                <c:pt idx="53">
                  <c:v>3.7648770588837401E-4</c:v>
                </c:pt>
                <c:pt idx="54">
                  <c:v>6.9944984767511E-4</c:v>
                </c:pt>
                <c:pt idx="55">
                  <c:v>1.3693905165431601E-3</c:v>
                </c:pt>
                <c:pt idx="56">
                  <c:v>2.3241125401264199E-3</c:v>
                </c:pt>
                <c:pt idx="57">
                  <c:v>3.48173499942022E-3</c:v>
                </c:pt>
                <c:pt idx="58">
                  <c:v>4.7482194547468501E-3</c:v>
                </c:pt>
                <c:pt idx="59">
                  <c:v>6.0258214172232297E-3</c:v>
                </c:pt>
                <c:pt idx="60">
                  <c:v>7.2213395530688297E-3</c:v>
                </c:pt>
                <c:pt idx="61">
                  <c:v>8.2531822990481798E-3</c:v>
                </c:pt>
                <c:pt idx="62">
                  <c:v>9.05658421863559E-3</c:v>
                </c:pt>
                <c:pt idx="63">
                  <c:v>9.5866917836499293E-3</c:v>
                </c:pt>
                <c:pt idx="64">
                  <c:v>9.8195988542317692E-3</c:v>
                </c:pt>
                <c:pt idx="65">
                  <c:v>9.7516745235538896E-3</c:v>
                </c:pt>
                <c:pt idx="66">
                  <c:v>9.3976512876716E-3</c:v>
                </c:pt>
                <c:pt idx="67">
                  <c:v>8.7879420130220296E-3</c:v>
                </c:pt>
                <c:pt idx="68">
                  <c:v>7.9655664553769101E-3</c:v>
                </c:pt>
                <c:pt idx="69">
                  <c:v>6.9829459937678596E-3</c:v>
                </c:pt>
                <c:pt idx="70">
                  <c:v>5.8987052190497798E-3</c:v>
                </c:pt>
                <c:pt idx="71">
                  <c:v>4.7745364987318104E-3</c:v>
                </c:pt>
                <c:pt idx="72">
                  <c:v>3.67214119765955E-3</c:v>
                </c:pt>
                <c:pt idx="73">
                  <c:v>2.6502578170101601E-3</c:v>
                </c:pt>
                <c:pt idx="74">
                  <c:v>1.7618149246603999E-3</c:v>
                </c:pt>
                <c:pt idx="75">
                  <c:v>1.05128592180786E-3</c:v>
                </c:pt>
                <c:pt idx="76">
                  <c:v>5.5236579713637099E-4</c:v>
                </c:pt>
                <c:pt idx="77">
                  <c:v>2.8611934935792599E-4</c:v>
                </c:pt>
                <c:pt idx="78">
                  <c:v>2.59758351883247E-4</c:v>
                </c:pt>
                <c:pt idx="79">
                  <c:v>4.6618730466668903E-4</c:v>
                </c:pt>
                <c:pt idx="80">
                  <c:v>8.8441352942802802E-4</c:v>
                </c:pt>
                <c:pt idx="81">
                  <c:v>1.4808522714402899E-3</c:v>
                </c:pt>
                <c:pt idx="82">
                  <c:v>2.2114800366048902E-3</c:v>
                </c:pt>
                <c:pt idx="83">
                  <c:v>3.0247092655858701E-3</c:v>
                </c:pt>
                <c:pt idx="84">
                  <c:v>3.8647862790497402E-3</c:v>
                </c:pt>
                <c:pt idx="85">
                  <c:v>4.6754619607073796E-3</c:v>
                </c:pt>
                <c:pt idx="86">
                  <c:v>5.4036565955340003E-3</c:v>
                </c:pt>
                <c:pt idx="87">
                  <c:v>6.0028429105296799E-3</c:v>
                </c:pt>
                <c:pt idx="88">
                  <c:v>6.4359020864135398E-3</c:v>
                </c:pt>
                <c:pt idx="89">
                  <c:v>6.6772611624796897E-3</c:v>
                </c:pt>
                <c:pt idx="90">
                  <c:v>6.7141904711832999E-3</c:v>
                </c:pt>
                <c:pt idx="91">
                  <c:v>6.5472131317940198E-3</c:v>
                </c:pt>
                <c:pt idx="92">
                  <c:v>6.1896493960689296E-3</c:v>
                </c:pt>
                <c:pt idx="93">
                  <c:v>5.66637569238036E-3</c:v>
                </c:pt>
                <c:pt idx="94">
                  <c:v>5.0119201603576798E-3</c:v>
                </c:pt>
                <c:pt idx="95">
                  <c:v>4.2680426577085201E-3</c:v>
                </c:pt>
                <c:pt idx="96">
                  <c:v>3.4809595044386602E-3</c:v>
                </c:pt>
                <c:pt idx="97">
                  <c:v>2.6983783396561001E-3</c:v>
                </c:pt>
                <c:pt idx="98">
                  <c:v>1.96650876800891E-3</c:v>
                </c:pt>
                <c:pt idx="99">
                  <c:v>1.32721335505501E-3</c:v>
                </c:pt>
                <c:pt idx="100">
                  <c:v>8.1546084968298397E-4</c:v>
                </c:pt>
                <c:pt idx="101">
                  <c:v>4.5723591319614198E-4</c:v>
                </c:pt>
                <c:pt idx="102">
                  <c:v>2.6804233064833002E-4</c:v>
                </c:pt>
                <c:pt idx="103">
                  <c:v>2.52108295948972E-4</c:v>
                </c:pt>
                <c:pt idx="104">
                  <c:v>4.02357576411756E-4</c:v>
                </c:pt>
                <c:pt idx="105">
                  <c:v>7.0115500756119697E-4</c:v>
                </c:pt>
                <c:pt idx="106">
                  <c:v>1.1217711175479401E-3</c:v>
                </c:pt>
                <c:pt idx="107">
                  <c:v>1.6304498536232599E-3</c:v>
                </c:pt>
                <c:pt idx="108">
                  <c:v>2.1889093391666702E-3</c:v>
                </c:pt>
                <c:pt idx="109">
                  <c:v>2.7570725857871499E-3</c:v>
                </c:pt>
                <c:pt idx="110">
                  <c:v>3.29581039518049E-3</c:v>
                </c:pt>
                <c:pt idx="111">
                  <c:v>3.7694902468893201E-3</c:v>
                </c:pt>
                <c:pt idx="112">
                  <c:v>4.1481529406562504E-3</c:v>
                </c:pt>
                <c:pt idx="113">
                  <c:v>4.4091855316318804E-3</c:v>
                </c:pt>
                <c:pt idx="114">
                  <c:v>4.5384083968603196E-3</c:v>
                </c:pt>
                <c:pt idx="115">
                  <c:v>4.5305482759026103E-3</c:v>
                </c:pt>
                <c:pt idx="116">
                  <c:v>4.3891156055183896E-3</c:v>
                </c:pt>
                <c:pt idx="117">
                  <c:v>4.1257430127406101E-3</c:v>
                </c:pt>
                <c:pt idx="118">
                  <c:v>3.7590697343322099E-3</c:v>
                </c:pt>
                <c:pt idx="119">
                  <c:v>3.3132752096133602E-3</c:v>
                </c:pt>
                <c:pt idx="120">
                  <c:v>2.8163729770299801E-3</c:v>
                </c:pt>
                <c:pt idx="121">
                  <c:v>2.2983775478205301E-3</c:v>
                </c:pt>
                <c:pt idx="122">
                  <c:v>1.7894538822477201E-3</c:v>
                </c:pt>
                <c:pt idx="123">
                  <c:v>1.3181478240692701E-3</c:v>
                </c:pt>
                <c:pt idx="124">
                  <c:v>9.0978828424566295E-4</c:v>
                </c:pt>
                <c:pt idx="125">
                  <c:v>5.85134733161191E-4</c:v>
                </c:pt>
                <c:pt idx="126">
                  <c:v>3.5933131478428702E-4</c:v>
                </c:pt>
                <c:pt idx="127">
                  <c:v>2.4121006329806799E-4</c:v>
                </c:pt>
                <c:pt idx="128">
                  <c:v>2.3296939789064599E-4</c:v>
                </c:pt>
                <c:pt idx="129">
                  <c:v>3.3023485314125198E-4</c:v>
                </c:pt>
                <c:pt idx="130">
                  <c:v>5.22490479034707E-4</c:v>
                </c:pt>
                <c:pt idx="131">
                  <c:v>7.9385079704127599E-4</c:v>
                </c:pt>
                <c:pt idx="132">
                  <c:v>1.12412580541698E-3</c:v>
                </c:pt>
                <c:pt idx="133">
                  <c:v>1.4901160023882999E-3</c:v>
                </c:pt>
                <c:pt idx="134">
                  <c:v>1.8670618169280399E-3</c:v>
                </c:pt>
                <c:pt idx="135">
                  <c:v>2.2301623665272698E-3</c:v>
                </c:pt>
                <c:pt idx="136">
                  <c:v>2.5560747017255398E-3</c:v>
                </c:pt>
                <c:pt idx="137">
                  <c:v>2.82430376765864E-3</c:v>
                </c:pt>
                <c:pt idx="138">
                  <c:v>3.0184004519889498E-3</c:v>
                </c:pt>
                <c:pt idx="139">
                  <c:v>3.12689498624313E-3</c:v>
                </c:pt>
                <c:pt idx="140">
                  <c:v>3.1439094327367998E-3</c:v>
                </c:pt>
                <c:pt idx="141">
                  <c:v>3.06941300150521E-3</c:v>
                </c:pt>
                <c:pt idx="142">
                  <c:v>2.9091063249342001E-3</c:v>
                </c:pt>
                <c:pt idx="143">
                  <c:v>2.67394563747821E-3</c:v>
                </c:pt>
                <c:pt idx="144">
                  <c:v>2.37934026892519E-3</c:v>
                </c:pt>
                <c:pt idx="145">
                  <c:v>2.0440798803006998E-3</c:v>
                </c:pt>
                <c:pt idx="146">
                  <c:v>1.6890634087830599E-3</c:v>
                </c:pt>
                <c:pt idx="147">
                  <c:v>1.33591613234942E-3</c:v>
                </c:pt>
                <c:pt idx="148">
                  <c:v>1.0055871712061799E-3</c:v>
                </c:pt>
                <c:pt idx="149">
                  <c:v>7.1701948419024199E-4</c:v>
                </c:pt>
                <c:pt idx="150">
                  <c:v>4.85979933672976E-4</c:v>
                </c:pt>
                <c:pt idx="151">
                  <c:v>3.2412386155138698E-4</c:v>
                </c:pt>
                <c:pt idx="152">
                  <c:v>2.38352489581664E-4</c:v>
                </c:pt>
                <c:pt idx="153">
                  <c:v>2.3050019799057399E-4</c:v>
                </c:pt>
                <c:pt idx="154">
                  <c:v>2.9736559696964002E-4</c:v>
                </c:pt>
                <c:pt idx="155">
                  <c:v>4.3107557612590501E-4</c:v>
                </c:pt>
                <c:pt idx="156">
                  <c:v>6.1974832115637899E-4</c:v>
                </c:pt>
                <c:pt idx="157">
                  <c:v>8.4840104773077705E-4</c:v>
                </c:pt>
                <c:pt idx="158">
                  <c:v>1.10003151538086E-3</c:v>
                </c:pt>
                <c:pt idx="159">
                  <c:v>1.35679336384848E-3</c:v>
                </c:pt>
                <c:pt idx="160">
                  <c:v>1.6011800971709E-3</c:v>
                </c:pt>
                <c:pt idx="161">
                  <c:v>1.8171378119565299E-3</c:v>
                </c:pt>
                <c:pt idx="162">
                  <c:v>1.9910336559260801E-3</c:v>
                </c:pt>
                <c:pt idx="163">
                  <c:v>2.11242326019864E-3</c:v>
                </c:pt>
                <c:pt idx="164">
                  <c:v>2.1745770446298602E-3</c:v>
                </c:pt>
                <c:pt idx="165">
                  <c:v>2.1747436171643398E-3</c:v>
                </c:pt>
                <c:pt idx="166">
                  <c:v>2.1141495759812098E-3</c:v>
                </c:pt>
                <c:pt idx="167">
                  <c:v>1.9977508192635602E-3</c:v>
                </c:pt>
                <c:pt idx="168">
                  <c:v>1.83376602983201E-3</c:v>
                </c:pt>
                <c:pt idx="169">
                  <c:v>1.63303368442434E-3</c:v>
                </c:pt>
                <c:pt idx="170">
                  <c:v>1.4082429835203399E-3</c:v>
                </c:pt>
                <c:pt idx="171">
                  <c:v>1.17309002296089E-3</c:v>
                </c:pt>
                <c:pt idx="172">
                  <c:v>9.4141438555747203E-4</c:v>
                </c:pt>
                <c:pt idx="173">
                  <c:v>7.2636573248189098E-4</c:v>
                </c:pt>
                <c:pt idx="174">
                  <c:v>5.3964672597272396E-4</c:v>
                </c:pt>
                <c:pt idx="175">
                  <c:v>3.9087094695905699E-4</c:v>
                </c:pt>
                <c:pt idx="176">
                  <c:v>2.8706651531133401E-4</c:v>
                </c:pt>
                <c:pt idx="177">
                  <c:v>2.3234680729920199E-4</c:v>
                </c:pt>
                <c:pt idx="178">
                  <c:v>2.27760374639516E-4</c:v>
                </c:pt>
                <c:pt idx="179">
                  <c:v>2.7132227064183398E-4</c:v>
                </c:pt>
                <c:pt idx="180">
                  <c:v>3.5821975774445199E-4</c:v>
                </c:pt>
                <c:pt idx="181">
                  <c:v>4.8117639084138702E-4</c:v>
                </c:pt>
                <c:pt idx="182">
                  <c:v>6.3095061812885596E-4</c:v>
                </c:pt>
                <c:pt idx="183">
                  <c:v>7.9693796632248899E-4</c:v>
                </c:pt>
                <c:pt idx="184">
                  <c:v>9.6784082474526902E-4</c:v>
                </c:pt>
                <c:pt idx="185">
                  <c:v>1.13236617822198E-3</c:v>
                </c:pt>
                <c:pt idx="186">
                  <c:v>1.2799098443569701E-3</c:v>
                </c:pt>
                <c:pt idx="187">
                  <c:v>1.4011872830072801E-3</c:v>
                </c:pt>
                <c:pt idx="188">
                  <c:v>1.4887733313055599E-3</c:v>
                </c:pt>
                <c:pt idx="189">
                  <c:v>1.5375188909443401E-3</c:v>
                </c:pt>
                <c:pt idx="190">
                  <c:v>1.5448202020386E-3</c:v>
                </c:pt>
                <c:pt idx="191">
                  <c:v>1.5107252659012E-3</c:v>
                </c:pt>
                <c:pt idx="192">
                  <c:v>1.43787228658667E-3</c:v>
                </c:pt>
                <c:pt idx="193">
                  <c:v>1.3312658689467499E-3</c:v>
                </c:pt>
                <c:pt idx="194">
                  <c:v>1.1979071219741699E-3</c:v>
                </c:pt>
                <c:pt idx="195">
                  <c:v>1.0463036734132301E-3</c:v>
                </c:pt>
                <c:pt idx="196">
                  <c:v>8.8589308405482496E-4</c:v>
                </c:pt>
                <c:pt idx="197">
                  <c:v>7.2641856535973803E-4</c:v>
                </c:pt>
                <c:pt idx="198">
                  <c:v>5.7729928969792502E-4</c:v>
                </c:pt>
                <c:pt idx="199">
                  <c:v>4.4703667327456901E-4</c:v>
                </c:pt>
                <c:pt idx="200">
                  <c:v>3.4269516955250302E-4</c:v>
                </c:pt>
                <c:pt idx="201">
                  <c:v>2.6949032671662998E-4</c:v>
                </c:pt>
                <c:pt idx="202">
                  <c:v>2.3050869679511001E-4</c:v>
                </c:pt>
                <c:pt idx="203">
                  <c:v>2.26574630970771E-4</c:v>
                </c:pt>
                <c:pt idx="204">
                  <c:v>2.5626846273960898E-4</c:v>
                </c:pt>
                <c:pt idx="205">
                  <c:v>3.1609020206569999E-4</c:v>
                </c:pt>
                <c:pt idx="206">
                  <c:v>4.0075297551559402E-4</c:v>
                </c:pt>
                <c:pt idx="207">
                  <c:v>5.0358218083345696E-4</c:v>
                </c:pt>
                <c:pt idx="208">
                  <c:v>6.1699009100108101E-4</c:v>
                </c:pt>
                <c:pt idx="209">
                  <c:v>7.3299187203443403E-4</c:v>
                </c:pt>
                <c:pt idx="210">
                  <c:v>8.4372709251095198E-4</c:v>
                </c:pt>
                <c:pt idx="211">
                  <c:v>9.4195295163532699E-4</c:v>
                </c:pt>
                <c:pt idx="212">
                  <c:v>1.02147805991842E-3</c:v>
                </c:pt>
                <c:pt idx="213">
                  <c:v>1.0775114972996901E-3</c:v>
                </c:pt>
                <c:pt idx="214">
                  <c:v>1.1069092541242001E-3</c:v>
                </c:pt>
                <c:pt idx="215">
                  <c:v>1.10830638171584E-3</c:v>
                </c:pt>
                <c:pt idx="216">
                  <c:v>1.08213261738488E-3</c:v>
                </c:pt>
                <c:pt idx="217">
                  <c:v>1.03051607028194E-3</c:v>
                </c:pt>
                <c:pt idx="218">
                  <c:v>9.5708593847044295E-4</c:v>
                </c:pt>
                <c:pt idx="219">
                  <c:v>8.6669201149822096E-4</c:v>
                </c:pt>
                <c:pt idx="220">
                  <c:v>7.6506105787220804E-4</c:v>
                </c:pt>
                <c:pt idx="221">
                  <c:v>6.5841467007701098E-4</c:v>
                </c:pt>
                <c:pt idx="222">
                  <c:v>5.5307264216176598E-4</c:v>
                </c:pt>
                <c:pt idx="223">
                  <c:v>4.5506611567692898E-4</c:v>
                </c:pt>
                <c:pt idx="224">
                  <c:v>3.69783101531558E-4</c:v>
                </c:pt>
                <c:pt idx="225">
                  <c:v>3.0166553946244803E-4</c:v>
                </c:pt>
                <c:pt idx="226">
                  <c:v>2.5397355846508001E-4</c:v>
                </c:pt>
                <c:pt idx="227">
                  <c:v>2.2862801251359599E-4</c:v>
                </c:pt>
                <c:pt idx="228">
                  <c:v>2.26137630795343E-4</c:v>
                </c:pt>
                <c:pt idx="229">
                  <c:v>2.4561213953465898E-4</c:v>
                </c:pt>
                <c:pt idx="230">
                  <c:v>2.84857906568378E-4</c:v>
                </c:pt>
                <c:pt idx="231">
                  <c:v>3.4054816678948802E-4</c:v>
                </c:pt>
                <c:pt idx="232">
                  <c:v>4.0845593544621398E-4</c:v>
                </c:pt>
                <c:pt idx="233">
                  <c:v>4.83734484932684E-4</c:v>
                </c:pt>
                <c:pt idx="234">
                  <c:v>5.6122784720704895E-4</c:v>
                </c:pt>
                <c:pt idx="235">
                  <c:v>6.3579242407016195E-4</c:v>
                </c:pt>
                <c:pt idx="236">
                  <c:v>7.0261035882393595E-4</c:v>
                </c:pt>
                <c:pt idx="237">
                  <c:v>7.5747612236328496E-4</c:v>
                </c:pt>
                <c:pt idx="238">
                  <c:v>7.9703946451223503E-4</c:v>
                </c:pt>
                <c:pt idx="239">
                  <c:v>8.1899066209185998E-4</c:v>
                </c:pt>
                <c:pt idx="240">
                  <c:v>8.2217771217953095E-4</c:v>
                </c:pt>
                <c:pt idx="241">
                  <c:v>8.0664927973258496E-4</c:v>
                </c:pt>
                <c:pt idx="242">
                  <c:v>7.7362185624579199E-4</c:v>
                </c:pt>
                <c:pt idx="243">
                  <c:v>7.2537454266174799E-4</c:v>
                </c:pt>
                <c:pt idx="244">
                  <c:v>6.6507927532900401E-4</c:v>
                </c:pt>
                <c:pt idx="245">
                  <c:v>5.9657843773732095E-4</c:v>
                </c:pt>
                <c:pt idx="246">
                  <c:v>5.2412511612425297E-4</c:v>
                </c:pt>
                <c:pt idx="247">
                  <c:v>4.5210342441445798E-4</c:v>
                </c:pt>
                <c:pt idx="248">
                  <c:v>3.8474738208666901E-4</c:v>
                </c:pt>
                <c:pt idx="249">
                  <c:v>3.2587668201235399E-4</c:v>
                </c:pt>
                <c:pt idx="250">
                  <c:v>2.7866603883343999E-4</c:v>
                </c:pt>
                <c:pt idx="251">
                  <c:v>2.4546237193346802E-4</c:v>
                </c:pt>
                <c:pt idx="252">
                  <c:v>2.2766047131472599E-4</c:v>
                </c:pt>
                <c:pt idx="253">
                  <c:v>2.2564356935893701E-4</c:v>
                </c:pt>
                <c:pt idx="254">
                  <c:v>2.3879079012392401E-4</c:v>
                </c:pt>
                <c:pt idx="255">
                  <c:v>2.6554886327890301E-4</c:v>
                </c:pt>
                <c:pt idx="256">
                  <c:v>3.03561294025554E-4</c:v>
                </c:pt>
                <c:pt idx="257">
                  <c:v>3.4984459555784499E-4</c:v>
                </c:pt>
                <c:pt idx="258">
                  <c:v>4.00998461876048E-4</c:v>
                </c:pt>
                <c:pt idx="259">
                  <c:v>4.5343497155436897E-4</c:v>
                </c:pt>
                <c:pt idx="260">
                  <c:v>5.0361133367653199E-4</c:v>
                </c:pt>
                <c:pt idx="261">
                  <c:v>5.4825114425925995E-4</c:v>
                </c:pt>
                <c:pt idx="262">
                  <c:v>5.8454029223857897E-4</c:v>
                </c:pt>
                <c:pt idx="263">
                  <c:v>6.1028630750005898E-4</c:v>
                </c:pt>
                <c:pt idx="264">
                  <c:v>6.2403265014171797E-4</c:v>
                </c:pt>
                <c:pt idx="265">
                  <c:v>6.2512235342909901E-4</c:v>
                </c:pt>
                <c:pt idx="266">
                  <c:v>6.1370964665568998E-4</c:v>
                </c:pt>
                <c:pt idx="267">
                  <c:v>5.9072079189360395E-4</c:v>
                </c:pt>
                <c:pt idx="268">
                  <c:v>5.5776880414393096E-4</c:v>
                </c:pt>
                <c:pt idx="269">
                  <c:v>5.1702939597086603E-4</c:v>
                </c:pt>
                <c:pt idx="270">
                  <c:v>4.7108716423804599E-4</c:v>
                </c:pt>
                <c:pt idx="271">
                  <c:v>4.2276274918286698E-4</c:v>
                </c:pt>
                <c:pt idx="272">
                  <c:v>3.7493198944400601E-4</c:v>
                </c:pt>
                <c:pt idx="273">
                  <c:v>3.3034846697690501E-4</c:v>
                </c:pt>
                <c:pt idx="274">
                  <c:v>2.9147971840952298E-4</c:v>
                </c:pt>
                <c:pt idx="275">
                  <c:v>2.6036649165768401E-4</c:v>
                </c:pt>
                <c:pt idx="276">
                  <c:v>2.3851249043793001E-4</c:v>
                </c:pt>
                <c:pt idx="277">
                  <c:v>2.26810127348407E-4</c:v>
                </c:pt>
                <c:pt idx="278">
                  <c:v>2.2550543867141701E-4</c:v>
                </c:pt>
                <c:pt idx="279">
                  <c:v>2.3420301637196601E-4</c:v>
                </c:pt>
                <c:pt idx="280">
                  <c:v>2.5190942749173898E-4</c:v>
                </c:pt>
                <c:pt idx="281">
                  <c:v>2.7711139827585801E-4</c:v>
                </c:pt>
                <c:pt idx="282">
                  <c:v>3.0788318740929198E-4</c:v>
                </c:pt>
                <c:pt idx="283">
                  <c:v>3.4201592356818399E-4</c:v>
                </c:pt>
                <c:pt idx="284">
                  <c:v>3.7716063675173698E-4</c:v>
                </c:pt>
                <c:pt idx="285">
                  <c:v>4.1097602628813699E-4</c:v>
                </c:pt>
                <c:pt idx="286">
                  <c:v>4.4127195379484201E-4</c:v>
                </c:pt>
                <c:pt idx="287">
                  <c:v>4.6614004552852299E-4</c:v>
                </c:pt>
                <c:pt idx="288">
                  <c:v>4.8406371280082299E-4</c:v>
                </c:pt>
                <c:pt idx="289">
                  <c:v>4.9400129458141502E-4</c:v>
                </c:pt>
                <c:pt idx="290">
                  <c:v>4.9543781814172596E-4</c:v>
                </c:pt>
                <c:pt idx="291">
                  <c:v>4.8840277132292098E-4</c:v>
                </c:pt>
                <c:pt idx="292">
                  <c:v>4.7345356170133798E-4</c:v>
                </c:pt>
                <c:pt idx="293">
                  <c:v>4.5162640114004301E-4</c:v>
                </c:pt>
                <c:pt idx="294">
                  <c:v>4.2435844740150799E-4</c:v>
                </c:pt>
                <c:pt idx="295">
                  <c:v>3.9338677079701299E-4</c:v>
                </c:pt>
                <c:pt idx="296">
                  <c:v>3.6063101499435698E-4</c:v>
                </c:pt>
                <c:pt idx="297">
                  <c:v>3.2806767913823499E-4</c:v>
                </c:pt>
                <c:pt idx="298">
                  <c:v>2.9760419069390498E-4</c:v>
                </c:pt>
                <c:pt idx="299">
                  <c:v>2.7096084119233101E-4</c:v>
                </c:pt>
                <c:pt idx="300">
                  <c:v>2.4956793749263898E-4</c:v>
                </c:pt>
                <c:pt idx="301">
                  <c:v>2.3448433626081899E-4</c:v>
                </c:pt>
                <c:pt idx="302">
                  <c:v>2.26342009329119E-4</c:v>
                </c:pt>
                <c:pt idx="303">
                  <c:v>2.25319382798984E-4</c:v>
                </c:pt>
                <c:pt idx="304">
                  <c:v>2.3114435020524601E-4</c:v>
                </c:pt>
                <c:pt idx="305">
                  <c:v>2.4312577969654299E-4</c:v>
                </c:pt>
                <c:pt idx="306">
                  <c:v>2.6021057984579202E-4</c:v>
                </c:pt>
                <c:pt idx="307">
                  <c:v>2.8106181843334501E-4</c:v>
                </c:pt>
                <c:pt idx="308">
                  <c:v>3.0415216020002899E-4</c:v>
                </c:pt>
                <c:pt idx="309">
                  <c:v>3.2786613071928398E-4</c:v>
                </c:pt>
                <c:pt idx="310">
                  <c:v>3.50604392727742E-4</c:v>
                </c:pt>
                <c:pt idx="311">
                  <c:v>3.7088329740767799E-4</c:v>
                </c:pt>
                <c:pt idx="312">
                  <c:v>3.8742363824502602E-4</c:v>
                </c:pt>
                <c:pt idx="313">
                  <c:v>3.9922341226944198E-4</c:v>
                </c:pt>
                <c:pt idx="314">
                  <c:v>4.0561057446774701E-4</c:v>
                </c:pt>
                <c:pt idx="315">
                  <c:v>4.0627340779421302E-4</c:v>
                </c:pt>
                <c:pt idx="316">
                  <c:v>4.0126733265064701E-4</c:v>
                </c:pt>
                <c:pt idx="317">
                  <c:v>3.9099869826805101E-4</c:v>
                </c:pt>
                <c:pt idx="318">
                  <c:v>3.7618752906253298E-4</c:v>
                </c:pt>
                <c:pt idx="319">
                  <c:v>3.57812259606799E-4</c:v>
                </c:pt>
                <c:pt idx="320">
                  <c:v>3.3704053360257297E-4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C4B-4065-90E9-A893BB0CDC5D}"/>
            </c:ext>
          </c:extLst>
        </c:ser>
        <c:ser>
          <c:idx val="4"/>
          <c:order val="4"/>
          <c:tx>
            <c:v>ours-5 iters</c:v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Sheet1!$M$3:$M$323</c:f>
              <c:numCache>
                <c:formatCode>General</c:formatCode>
                <c:ptCount val="321"/>
                <c:pt idx="0">
                  <c:v>6.5860630893513294E-2</c:v>
                </c:pt>
                <c:pt idx="1">
                  <c:v>0.128171732733282</c:v>
                </c:pt>
                <c:pt idx="2">
                  <c:v>8.8156843895567494E-2</c:v>
                </c:pt>
                <c:pt idx="3">
                  <c:v>3.9391587734417102E-2</c:v>
                </c:pt>
                <c:pt idx="4">
                  <c:v>3.6719856012634E-2</c:v>
                </c:pt>
                <c:pt idx="5">
                  <c:v>4.7719033362418103E-2</c:v>
                </c:pt>
                <c:pt idx="6">
                  <c:v>5.1914409769833698E-2</c:v>
                </c:pt>
                <c:pt idx="7">
                  <c:v>5.2970460508180703E-2</c:v>
                </c:pt>
                <c:pt idx="8">
                  <c:v>5.5781024458403203E-2</c:v>
                </c:pt>
                <c:pt idx="9">
                  <c:v>5.9224556709141202E-2</c:v>
                </c:pt>
                <c:pt idx="10">
                  <c:v>6.0861628810250701E-2</c:v>
                </c:pt>
                <c:pt idx="11">
                  <c:v>6.0403415266770802E-2</c:v>
                </c:pt>
                <c:pt idx="12">
                  <c:v>5.8551762060477797E-2</c:v>
                </c:pt>
                <c:pt idx="13">
                  <c:v>5.5525514957191199E-2</c:v>
                </c:pt>
                <c:pt idx="14">
                  <c:v>5.1278788659536098E-2</c:v>
                </c:pt>
                <c:pt idx="15">
                  <c:v>4.5954698846330799E-2</c:v>
                </c:pt>
                <c:pt idx="16">
                  <c:v>3.9849852874822102E-2</c:v>
                </c:pt>
                <c:pt idx="17">
                  <c:v>3.3286877985907702E-2</c:v>
                </c:pt>
                <c:pt idx="18">
                  <c:v>2.6595409317442701E-2</c:v>
                </c:pt>
                <c:pt idx="19">
                  <c:v>2.0110892853334599E-2</c:v>
                </c:pt>
                <c:pt idx="20">
                  <c:v>1.41541005437419E-2</c:v>
                </c:pt>
                <c:pt idx="21">
                  <c:v>9.0165068306183298E-3</c:v>
                </c:pt>
                <c:pt idx="22">
                  <c:v>4.9523882944044698E-3</c:v>
                </c:pt>
                <c:pt idx="23">
                  <c:v>2.1644262268978899E-3</c:v>
                </c:pt>
                <c:pt idx="24">
                  <c:v>7.8360058305393897E-4</c:v>
                </c:pt>
                <c:pt idx="25">
                  <c:v>8.52958782398149E-4</c:v>
                </c:pt>
                <c:pt idx="26">
                  <c:v>2.3214460304917298E-3</c:v>
                </c:pt>
                <c:pt idx="27">
                  <c:v>5.0483092864534703E-3</c:v>
                </c:pt>
                <c:pt idx="28">
                  <c:v>8.8159367761906707E-3</c:v>
                </c:pt>
                <c:pt idx="29">
                  <c:v>1.3348096470187301E-2</c:v>
                </c:pt>
                <c:pt idx="30">
                  <c:v>1.83306038882988E-2</c:v>
                </c:pt>
                <c:pt idx="31">
                  <c:v>2.3432254409179201E-2</c:v>
                </c:pt>
                <c:pt idx="32">
                  <c:v>2.8324976776563801E-2</c:v>
                </c:pt>
                <c:pt idx="33">
                  <c:v>3.2702689548354001E-2</c:v>
                </c:pt>
                <c:pt idx="34">
                  <c:v>3.6298182186023202E-2</c:v>
                </c:pt>
                <c:pt idx="35">
                  <c:v>3.8897123495284097E-2</c:v>
                </c:pt>
                <c:pt idx="36">
                  <c:v>4.0348490939166898E-2</c:v>
                </c:pt>
                <c:pt idx="37">
                  <c:v>4.0571201897676698E-2</c:v>
                </c:pt>
                <c:pt idx="38">
                  <c:v>3.9557137565832803E-2</c:v>
                </c:pt>
                <c:pt idx="39">
                  <c:v>3.73707642805855E-2</c:v>
                </c:pt>
                <c:pt idx="40">
                  <c:v>3.4145476626056798E-2</c:v>
                </c:pt>
                <c:pt idx="41">
                  <c:v>3.0076620107567498E-2</c:v>
                </c:pt>
                <c:pt idx="42">
                  <c:v>2.5411242438906901E-2</c:v>
                </c:pt>
                <c:pt idx="43">
                  <c:v>2.04346908652712E-2</c:v>
                </c:pt>
                <c:pt idx="44">
                  <c:v>1.5454172264939401E-2</c:v>
                </c:pt>
                <c:pt idx="45">
                  <c:v>1.0779493651088099E-2</c:v>
                </c:pt>
                <c:pt idx="46">
                  <c:v>6.7016044300518499E-3</c:v>
                </c:pt>
                <c:pt idx="47">
                  <c:v>3.4703146363930402E-3</c:v>
                </c:pt>
                <c:pt idx="48">
                  <c:v>1.2734424394519499E-3</c:v>
                </c:pt>
                <c:pt idx="49">
                  <c:v>2.2023095429711699E-4</c:v>
                </c:pt>
                <c:pt idx="50">
                  <c:v>3.3176199633871799E-4</c:v>
                </c:pt>
                <c:pt idx="51">
                  <c:v>1.5401656052530101E-3</c:v>
                </c:pt>
                <c:pt idx="52">
                  <c:v>3.6969371690227602E-3</c:v>
                </c:pt>
                <c:pt idx="53">
                  <c:v>6.5891090231416797E-3</c:v>
                </c:pt>
                <c:pt idx="54">
                  <c:v>9.96082521772923E-3</c:v>
                </c:pt>
                <c:pt idx="55">
                  <c:v>1.3537275257236799E-2</c:v>
                </c:pt>
                <c:pt idx="56">
                  <c:v>1.7047975555927599E-2</c:v>
                </c:pt>
                <c:pt idx="57">
                  <c:v>2.02469263290668E-2</c:v>
                </c:pt>
                <c:pt idx="58">
                  <c:v>2.2928027574651299E-2</c:v>
                </c:pt>
                <c:pt idx="59">
                  <c:v>2.49350960343281E-2</c:v>
                </c:pt>
                <c:pt idx="60">
                  <c:v>2.61666763338992E-2</c:v>
                </c:pt>
                <c:pt idx="61">
                  <c:v>2.6576422493831402E-2</c:v>
                </c:pt>
                <c:pt idx="62">
                  <c:v>2.61700902064981E-2</c:v>
                </c:pt>
                <c:pt idx="63">
                  <c:v>2.5000157789902298E-2</c:v>
                </c:pt>
                <c:pt idx="64">
                  <c:v>2.3158936267634499E-2</c:v>
                </c:pt>
                <c:pt idx="65">
                  <c:v>2.0770742851235698E-2</c:v>
                </c:pt>
                <c:pt idx="66">
                  <c:v>1.7983525509325901E-2</c:v>
                </c:pt>
                <c:pt idx="67">
                  <c:v>1.49602005067741E-2</c:v>
                </c:pt>
                <c:pt idx="68">
                  <c:v>1.18699066314863E-2</c:v>
                </c:pt>
                <c:pt idx="69">
                  <c:v>8.8793842179642306E-3</c:v>
                </c:pt>
                <c:pt idx="70">
                  <c:v>6.14471495313777E-3</c:v>
                </c:pt>
                <c:pt idx="71">
                  <c:v>3.8036880642779301E-3</c:v>
                </c:pt>
                <c:pt idx="72">
                  <c:v>1.9690833082936501E-3</c:v>
                </c:pt>
                <c:pt idx="73">
                  <c:v>7.2317188520157599E-4</c:v>
                </c:pt>
                <c:pt idx="74">
                  <c:v>1.1372502756489201E-4</c:v>
                </c:pt>
                <c:pt idx="75">
                  <c:v>1.51780251412204E-4</c:v>
                </c:pt>
                <c:pt idx="76">
                  <c:v>8.1134703960902203E-4</c:v>
                </c:pt>
                <c:pt idx="77">
                  <c:v>2.03113788200584E-3</c:v>
                </c:pt>
                <c:pt idx="78">
                  <c:v>3.7182976349345799E-3</c:v>
                </c:pt>
                <c:pt idx="79">
                  <c:v>5.7539812209974799E-3</c:v>
                </c:pt>
                <c:pt idx="80">
                  <c:v>8.0005055790641107E-3</c:v>
                </c:pt>
                <c:pt idx="81">
                  <c:v>1.03096822386117E-2</c:v>
                </c:pt>
                <c:pt idx="82">
                  <c:v>1.25318341734069E-2</c:v>
                </c:pt>
                <c:pt idx="83">
                  <c:v>1.4524927993921501E-2</c:v>
                </c:pt>
                <c:pt idx="84">
                  <c:v>1.61632257999621E-2</c:v>
                </c:pt>
                <c:pt idx="85">
                  <c:v>1.73448885877781E-2</c:v>
                </c:pt>
                <c:pt idx="86">
                  <c:v>1.7998042623887298E-2</c:v>
                </c:pt>
                <c:pt idx="87">
                  <c:v>1.8084928807940801E-2</c:v>
                </c:pt>
                <c:pt idx="88">
                  <c:v>1.76038923141251E-2</c:v>
                </c:pt>
                <c:pt idx="89">
                  <c:v>1.6589103762054799E-2</c:v>
                </c:pt>
                <c:pt idx="90">
                  <c:v>1.51080280580772E-2</c:v>
                </c:pt>
                <c:pt idx="91">
                  <c:v>1.32567939232144E-2</c:v>
                </c:pt>
                <c:pt idx="92">
                  <c:v>1.11537340307059E-2</c:v>
                </c:pt>
                <c:pt idx="93">
                  <c:v>8.9314791805840902E-3</c:v>
                </c:pt>
                <c:pt idx="94">
                  <c:v>6.7280911177402102E-3</c:v>
                </c:pt>
                <c:pt idx="95">
                  <c:v>4.67780416610918E-3</c:v>
                </c:pt>
                <c:pt idx="96">
                  <c:v>2.9020097664873702E-3</c:v>
                </c:pt>
                <c:pt idx="97">
                  <c:v>1.50114435972478E-3</c:v>
                </c:pt>
                <c:pt idx="98">
                  <c:v>5.48111026669457E-4</c:v>
                </c:pt>
                <c:pt idx="99" formatCode="0.00E+00">
                  <c:v>8.37666823963272E-5</c:v>
                </c:pt>
                <c:pt idx="100">
                  <c:v>1.1484212612476999E-4</c:v>
                </c:pt>
                <c:pt idx="101">
                  <c:v>6.1444756531807204E-4</c:v>
                </c:pt>
                <c:pt idx="102">
                  <c:v>1.5250782938988701E-3</c:v>
                </c:pt>
                <c:pt idx="103">
                  <c:v>2.7638053292498299E-3</c:v>
                </c:pt>
                <c:pt idx="104">
                  <c:v>4.2291434736413201E-3</c:v>
                </c:pt>
                <c:pt idx="105">
                  <c:v>5.8089575526054102E-3</c:v>
                </c:pt>
                <c:pt idx="106">
                  <c:v>7.3887103532354198E-3</c:v>
                </c:pt>
                <c:pt idx="107">
                  <c:v>8.8593760364089995E-3</c:v>
                </c:pt>
                <c:pt idx="108">
                  <c:v>1.01244328923217E-2</c:v>
                </c:pt>
                <c:pt idx="109">
                  <c:v>1.11054897472888E-2</c:v>
                </c:pt>
                <c:pt idx="110">
                  <c:v>1.1746266415175399E-2</c:v>
                </c:pt>
                <c:pt idx="111">
                  <c:v>1.20148151669101E-2</c:v>
                </c:pt>
                <c:pt idx="112">
                  <c:v>1.19040167775203E-2</c:v>
                </c:pt>
                <c:pt idx="113">
                  <c:v>1.1430498965754999E-2</c:v>
                </c:pt>
                <c:pt idx="114">
                  <c:v>1.0632204987062001E-2</c:v>
                </c:pt>
                <c:pt idx="115">
                  <c:v>9.5648959209853404E-3</c:v>
                </c:pt>
                <c:pt idx="116">
                  <c:v>8.2978820220634599E-3</c:v>
                </c:pt>
                <c:pt idx="117">
                  <c:v>6.9092833289380396E-3</c:v>
                </c:pt>
                <c:pt idx="118">
                  <c:v>5.4811090361347797E-3</c:v>
                </c:pt>
                <c:pt idx="119">
                  <c:v>4.0944182850531398E-3</c:v>
                </c:pt>
                <c:pt idx="120">
                  <c:v>2.8247960958529801E-3</c:v>
                </c:pt>
                <c:pt idx="121">
                  <c:v>1.73834577527557E-3</c:v>
                </c:pt>
                <c:pt idx="122">
                  <c:v>8.8836380674854598E-4</c:v>
                </c:pt>
                <c:pt idx="123">
                  <c:v>3.1282580486353501E-4</c:v>
                </c:pt>
                <c:pt idx="124" formatCode="0.00E+00">
                  <c:v>3.2772393710443402E-5</c:v>
                </c:pt>
                <c:pt idx="125" formatCode="0.00E+00">
                  <c:v>5.1642524563185699E-5</c:v>
                </c:pt>
                <c:pt idx="126">
                  <c:v>3.5555983952726197E-4</c:v>
                </c:pt>
                <c:pt idx="127">
                  <c:v>9.1453655154345899E-4</c:v>
                </c:pt>
                <c:pt idx="128">
                  <c:v>1.68452018259764E-3</c:v>
                </c:pt>
                <c:pt idx="129">
                  <c:v>2.61017207608254E-3</c:v>
                </c:pt>
                <c:pt idx="130">
                  <c:v>3.6282333447960002E-3</c:v>
                </c:pt>
                <c:pt idx="131">
                  <c:v>4.6713043444485099E-3</c:v>
                </c:pt>
                <c:pt idx="132">
                  <c:v>5.6718390949948901E-3</c:v>
                </c:pt>
                <c:pt idx="133">
                  <c:v>6.5661380771666802E-3</c:v>
                </c:pt>
                <c:pt idx="134">
                  <c:v>7.2981138110050602E-3</c:v>
                </c:pt>
                <c:pt idx="135">
                  <c:v>7.8226058737708697E-3</c:v>
                </c:pt>
                <c:pt idx="136">
                  <c:v>8.1080382989898604E-3</c:v>
                </c:pt>
                <c:pt idx="137">
                  <c:v>8.1382432396489793E-3</c:v>
                </c:pt>
                <c:pt idx="138">
                  <c:v>7.9133214278273491E-3</c:v>
                </c:pt>
                <c:pt idx="139">
                  <c:v>7.4494658318023203E-3</c:v>
                </c:pt>
                <c:pt idx="140">
                  <c:v>6.7777451338593498E-3</c:v>
                </c:pt>
                <c:pt idx="141">
                  <c:v>5.9419174265683498E-3</c:v>
                </c:pt>
                <c:pt idx="142">
                  <c:v>4.9954142200899698E-3</c:v>
                </c:pt>
                <c:pt idx="143">
                  <c:v>3.9976987782047299E-3</c:v>
                </c:pt>
                <c:pt idx="144">
                  <c:v>3.01025200137964E-3</c:v>
                </c:pt>
                <c:pt idx="145">
                  <c:v>2.09246853032831E-3</c:v>
                </c:pt>
                <c:pt idx="146">
                  <c:v>1.2977538135895E-3</c:v>
                </c:pt>
                <c:pt idx="147">
                  <c:v>6.7009805428155001E-4</c:v>
                </c:pt>
                <c:pt idx="148">
                  <c:v>2.41366052903871E-4</c:v>
                </c:pt>
                <c:pt idx="149" formatCode="0.00E+00">
                  <c:v>2.9486077102184299E-5</c:v>
                </c:pt>
                <c:pt idx="150" formatCode="0.00E+00">
                  <c:v>3.7650340690230198E-5</c:v>
                </c:pt>
                <c:pt idx="151">
                  <c:v>2.5456050255733898E-4</c:v>
                </c:pt>
                <c:pt idx="152">
                  <c:v>6.5567072768948898E-4</c:v>
                </c:pt>
                <c:pt idx="153">
                  <c:v>1.2053054013291601E-3</c:v>
                </c:pt>
                <c:pt idx="154">
                  <c:v>1.8594652231134E-3</c:v>
                </c:pt>
                <c:pt idx="155">
                  <c:v>2.5690896108058999E-3</c:v>
                </c:pt>
                <c:pt idx="156">
                  <c:v>3.2835188895390002E-3</c:v>
                </c:pt>
                <c:pt idx="157">
                  <c:v>3.9538981056328601E-3</c:v>
                </c:pt>
                <c:pt idx="158">
                  <c:v>4.53628448779104E-3</c:v>
                </c:pt>
                <c:pt idx="159">
                  <c:v>4.9942593914483E-3</c:v>
                </c:pt>
                <c:pt idx="160">
                  <c:v>5.3008973791257999E-3</c:v>
                </c:pt>
                <c:pt idx="161">
                  <c:v>5.4400038780846099E-3</c:v>
                </c:pt>
                <c:pt idx="162">
                  <c:v>5.4065926828622702E-3</c:v>
                </c:pt>
                <c:pt idx="163">
                  <c:v>5.2066290282932097E-3</c:v>
                </c:pt>
                <c:pt idx="164">
                  <c:v>4.8561098375347299E-3</c:v>
                </c:pt>
                <c:pt idx="165">
                  <c:v>4.3795888242331403E-3</c:v>
                </c:pt>
                <c:pt idx="166">
                  <c:v>3.8082771940263398E-3</c:v>
                </c:pt>
                <c:pt idx="167">
                  <c:v>3.1778614545056199E-3</c:v>
                </c:pt>
                <c:pt idx="168">
                  <c:v>2.5261833941262802E-3</c:v>
                </c:pt>
                <c:pt idx="169">
                  <c:v>1.89092117819332E-3</c:v>
                </c:pt>
                <c:pt idx="170">
                  <c:v>1.30739813990289E-3</c:v>
                </c:pt>
                <c:pt idx="171">
                  <c:v>8.0662917158472896E-4</c:v>
                </c:pt>
                <c:pt idx="172">
                  <c:v>4.1369494437324002E-4</c:v>
                </c:pt>
                <c:pt idx="173">
                  <c:v>1.4651263385059401E-4</c:v>
                </c:pt>
                <c:pt idx="174" formatCode="0.00E+00">
                  <c:v>1.50493433109098E-5</c:v>
                </c:pt>
                <c:pt idx="175" formatCode="0.00E+00">
                  <c:v>2.10016817733375E-5</c:v>
                </c:pt>
                <c:pt idx="176">
                  <c:v>1.5794252926644301E-4</c:v>
                </c:pt>
                <c:pt idx="177">
                  <c:v>4.1191438263141298E-4</c:v>
                </c:pt>
                <c:pt idx="178">
                  <c:v>7.6242826327317702E-4</c:v>
                </c:pt>
                <c:pt idx="179">
                  <c:v>1.1838084384624499E-3</c:v>
                </c:pt>
                <c:pt idx="180">
                  <c:v>1.64680669198196E-3</c:v>
                </c:pt>
                <c:pt idx="181">
                  <c:v>2.12039619321966E-3</c:v>
                </c:pt>
                <c:pt idx="182">
                  <c:v>2.5736449082589298E-3</c:v>
                </c:pt>
                <c:pt idx="183">
                  <c:v>2.9775627596654399E-3</c:v>
                </c:pt>
                <c:pt idx="184">
                  <c:v>3.30681613907429E-3</c:v>
                </c:pt>
                <c:pt idx="185">
                  <c:v>3.5412086319125901E-3</c:v>
                </c:pt>
                <c:pt idx="186">
                  <c:v>3.6668380512918002E-3</c:v>
                </c:pt>
                <c:pt idx="187">
                  <c:v>3.6768576556444701E-3</c:v>
                </c:pt>
                <c:pt idx="188">
                  <c:v>3.5717920051897599E-3</c:v>
                </c:pt>
                <c:pt idx="189">
                  <c:v>3.3593852536742E-3</c:v>
                </c:pt>
                <c:pt idx="190">
                  <c:v>3.0539906212719101E-3</c:v>
                </c:pt>
                <c:pt idx="191">
                  <c:v>2.6755403484889401E-3</c:v>
                </c:pt>
                <c:pt idx="192">
                  <c:v>2.2481647570606E-3</c:v>
                </c:pt>
                <c:pt idx="193">
                  <c:v>1.7985541866076999E-3</c:v>
                </c:pt>
                <c:pt idx="194">
                  <c:v>1.3541763905632E-3</c:v>
                </c:pt>
                <c:pt idx="195">
                  <c:v>9.4147247937939702E-4</c:v>
                </c:pt>
                <c:pt idx="196">
                  <c:v>5.8415570912734001E-4</c:v>
                </c:pt>
                <c:pt idx="197">
                  <c:v>3.0172909891855898E-4</c:v>
                </c:pt>
                <c:pt idx="198">
                  <c:v>1.0832058082590399E-4</c:v>
                </c:pt>
                <c:pt idx="199" formatCode="0.00E+00">
                  <c:v>1.1909652368211699E-5</c:v>
                </c:pt>
                <c:pt idx="200" formatCode="0.00E+00">
                  <c:v>1.3989406000183999E-5</c:v>
                </c:pt>
                <c:pt idx="201">
                  <c:v>1.09674947884296E-4</c:v>
                </c:pt>
                <c:pt idx="202">
                  <c:v>2.88236398385472E-4</c:v>
                </c:pt>
                <c:pt idx="203">
                  <c:v>5.34004589113607E-4</c:v>
                </c:pt>
                <c:pt idx="204">
                  <c:v>8.2757260966385201E-4</c:v>
                </c:pt>
                <c:pt idx="205">
                  <c:v>1.1471983442617099E-3</c:v>
                </c:pt>
                <c:pt idx="206">
                  <c:v>1.4703032062928401E-3</c:v>
                </c:pt>
                <c:pt idx="207">
                  <c:v>1.7749607757537799E-3</c:v>
                </c:pt>
                <c:pt idx="208">
                  <c:v>2.0412755936746602E-3</c:v>
                </c:pt>
                <c:pt idx="209">
                  <c:v>2.2525658754081902E-3</c:v>
                </c:pt>
                <c:pt idx="210">
                  <c:v>2.3962827380870598E-3</c:v>
                </c:pt>
                <c:pt idx="211">
                  <c:v>2.46462083852333E-3</c:v>
                </c:pt>
                <c:pt idx="212">
                  <c:v>2.4547989346551699E-3</c:v>
                </c:pt>
                <c:pt idx="213">
                  <c:v>2.3690119633144099E-3</c:v>
                </c:pt>
                <c:pt idx="214">
                  <c:v>2.2140772376189701E-3</c:v>
                </c:pt>
                <c:pt idx="215">
                  <c:v>2.0008148399393399E-3</c:v>
                </c:pt>
                <c:pt idx="216">
                  <c:v>1.7432158489434401E-3</c:v>
                </c:pt>
                <c:pt idx="217">
                  <c:v>1.4574606004205601E-3</c:v>
                </c:pt>
                <c:pt idx="218">
                  <c:v>1.16085340356134E-3</c:v>
                </c:pt>
                <c:pt idx="219">
                  <c:v>8.7074041734777597E-4</c:v>
                </c:pt>
                <c:pt idx="220">
                  <c:v>6.0347370738980796E-4</c:v>
                </c:pt>
                <c:pt idx="221">
                  <c:v>3.7347786677440099E-4</c:v>
                </c:pt>
                <c:pt idx="222">
                  <c:v>1.9246663179161601E-4</c:v>
                </c:pt>
                <c:pt idx="223" formatCode="0.00E+00">
                  <c:v>6.8846305135415102E-5</c:v>
                </c:pt>
                <c:pt idx="224" formatCode="0.00E+00">
                  <c:v>7.3311646880801903E-6</c:v>
                </c:pt>
                <c:pt idx="225" formatCode="0.00E+00">
                  <c:v>8.7839416716411005E-6</c:v>
                </c:pt>
                <c:pt idx="226" formatCode="0.00E+00">
                  <c:v>7.0282390862535496E-5</c:v>
                </c:pt>
                <c:pt idx="227">
                  <c:v>1.85401378650078E-4</c:v>
                </c:pt>
                <c:pt idx="228">
                  <c:v>3.44689161977131E-4</c:v>
                </c:pt>
                <c:pt idx="229">
                  <c:v>5.3630696896950799E-4</c:v>
                </c:pt>
                <c:pt idx="230">
                  <c:v>7.4679294930809202E-4</c:v>
                </c:pt>
                <c:pt idx="231">
                  <c:v>9.6190536015682102E-4</c:v>
                </c:pt>
                <c:pt idx="232">
                  <c:v>1.1674957974256699E-3</c:v>
                </c:pt>
                <c:pt idx="233">
                  <c:v>1.350361667918E-3</c:v>
                </c:pt>
                <c:pt idx="234">
                  <c:v>1.4990281225298E-3</c:v>
                </c:pt>
                <c:pt idx="235">
                  <c:v>1.60441345090065E-3</c:v>
                </c:pt>
                <c:pt idx="236">
                  <c:v>1.66033859530786E-3</c:v>
                </c:pt>
                <c:pt idx="237">
                  <c:v>1.6638504664340901E-3</c:v>
                </c:pt>
                <c:pt idx="238">
                  <c:v>1.61533998407346E-3</c:v>
                </c:pt>
                <c:pt idx="239">
                  <c:v>1.5184487176639399E-3</c:v>
                </c:pt>
                <c:pt idx="240">
                  <c:v>1.37977153651118E-3</c:v>
                </c:pt>
                <c:pt idx="241">
                  <c:v>1.2083760143820599E-3</c:v>
                </c:pt>
                <c:pt idx="242">
                  <c:v>1.0151715821700099E-3</c:v>
                </c:pt>
                <c:pt idx="243">
                  <c:v>8.1217148625273197E-4</c:v>
                </c:pt>
                <c:pt idx="244">
                  <c:v>6.1169772167945005E-4</c:v>
                </c:pt>
                <c:pt idx="245">
                  <c:v>4.2558267805564199E-4</c:v>
                </c:pt>
                <c:pt idx="246">
                  <c:v>2.6442089919039599E-4</c:v>
                </c:pt>
                <c:pt idx="247">
                  <c:v>1.36920131589888E-4</c:v>
                </c:pt>
                <c:pt idx="248" formatCode="0.00E+00">
                  <c:v>4.9393070460322797E-5</c:v>
                </c:pt>
                <c:pt idx="249" formatCode="0.00E+00">
                  <c:v>5.42052794745955E-6</c:v>
                </c:pt>
                <c:pt idx="250" formatCode="0.00E+00">
                  <c:v>5.7040248337963598E-6</c:v>
                </c:pt>
                <c:pt idx="251" formatCode="0.00E+00">
                  <c:v>4.8112076444311401E-5</c:v>
                </c:pt>
                <c:pt idx="252">
                  <c:v>1.27910799228401E-4</c:v>
                </c:pt>
                <c:pt idx="253">
                  <c:v>2.3815696083376699E-4</c:v>
                </c:pt>
                <c:pt idx="254">
                  <c:v>3.7022115593954199E-4</c:v>
                </c:pt>
                <c:pt idx="255">
                  <c:v>5.1440112663785401E-4</c:v>
                </c:pt>
                <c:pt idx="256">
                  <c:v>6.6058081176746295E-4</c:v>
                </c:pt>
                <c:pt idx="257">
                  <c:v>7.9888966830565604E-4</c:v>
                </c:pt>
                <c:pt idx="258">
                  <c:v>9.2031903784406302E-4</c:v>
                </c:pt>
                <c:pt idx="259">
                  <c:v>1.01725745233101E-3</c:v>
                </c:pt>
                <c:pt idx="260">
                  <c:v>1.0839142262763599E-3</c:v>
                </c:pt>
                <c:pt idx="261">
                  <c:v>1.1166097130349501E-3</c:v>
                </c:pt>
                <c:pt idx="262">
                  <c:v>1.1139204737956501E-3</c:v>
                </c:pt>
                <c:pt idx="263">
                  <c:v>1.0766775752829201E-3</c:v>
                </c:pt>
                <c:pt idx="264">
                  <c:v>1.00782557063026E-3</c:v>
                </c:pt>
                <c:pt idx="265">
                  <c:v>9.1215788296592003E-4</c:v>
                </c:pt>
                <c:pt idx="266">
                  <c:v>7.9595092146854298E-4</c:v>
                </c:pt>
                <c:pt idx="267">
                  <c:v>6.66524010954963E-4</c:v>
                </c:pt>
                <c:pt idx="268">
                  <c:v>5.3175502442124505E-4</c:v>
                </c:pt>
                <c:pt idx="269">
                  <c:v>3.9958245845179399E-4</c:v>
                </c:pt>
                <c:pt idx="270">
                  <c:v>2.7752382021875501E-4</c:v>
                </c:pt>
                <c:pt idx="271">
                  <c:v>1.7223771170941099E-4</c:v>
                </c:pt>
                <c:pt idx="272" formatCode="0.00E+00">
                  <c:v>8.9153166098856394E-5</c:v>
                </c:pt>
                <c:pt idx="273" formatCode="0.00E+00">
                  <c:v>3.2184955286448702E-5</c:v>
                </c:pt>
                <c:pt idx="274" formatCode="0.00E+00">
                  <c:v>3.54802764657669E-6</c:v>
                </c:pt>
                <c:pt idx="275" formatCode="0.00E+00">
                  <c:v>3.6782570647463598E-6</c:v>
                </c:pt>
                <c:pt idx="276" formatCode="0.00E+00">
                  <c:v>3.12605832189761E-5</c:v>
                </c:pt>
                <c:pt idx="277" formatCode="0.00E+00">
                  <c:v>8.3359683308016302E-5</c:v>
                </c:pt>
                <c:pt idx="278">
                  <c:v>1.5564279756742901E-4</c:v>
                </c:pt>
                <c:pt idx="279">
                  <c:v>2.42679476181112E-4</c:v>
                </c:pt>
                <c:pt idx="280">
                  <c:v>3.3829903912448801E-4</c:v>
                </c:pt>
                <c:pt idx="281">
                  <c:v>4.3598362579793602E-4</c:v>
                </c:pt>
                <c:pt idx="282">
                  <c:v>5.2927300893234805E-4</c:v>
                </c:pt>
                <c:pt idx="283">
                  <c:v>6.1215695418068302E-4</c:v>
                </c:pt>
                <c:pt idx="284">
                  <c:v>6.7943188495256303E-4</c:v>
                </c:pt>
                <c:pt idx="285">
                  <c:v>7.2700090981329501E-4</c:v>
                </c:pt>
                <c:pt idx="286">
                  <c:v>7.5209980459262896E-4</c:v>
                </c:pt>
                <c:pt idx="287">
                  <c:v>7.5343616301696095E-4</c:v>
                </c:pt>
                <c:pt idx="288">
                  <c:v>7.3123436040973102E-4</c:v>
                </c:pt>
                <c:pt idx="289">
                  <c:v>6.87184912519582E-4</c:v>
                </c:pt>
                <c:pt idx="290">
                  <c:v>6.2430285888500703E-4</c:v>
                </c:pt>
                <c:pt idx="291">
                  <c:v>5.4670558671712701E-4</c:v>
                </c:pt>
                <c:pt idx="292">
                  <c:v>4.5932562952203998E-4</c:v>
                </c:pt>
                <c:pt idx="293">
                  <c:v>3.6757805491312599E-4</c:v>
                </c:pt>
                <c:pt idx="294">
                  <c:v>2.77004804312331E-4</c:v>
                </c:pt>
                <c:pt idx="295">
                  <c:v>1.9291955263608799E-4</c:v>
                </c:pt>
                <c:pt idx="296">
                  <c:v>1.20076232764426E-4</c:v>
                </c:pt>
                <c:pt idx="297" formatCode="0.00E+00">
                  <c:v>6.2382352910799407E-5</c:v>
                </c:pt>
                <c:pt idx="298" formatCode="0.00E+00">
                  <c:v>2.2674777369095802E-5</c:v>
                </c:pt>
                <c:pt idx="299" formatCode="0.00E+00">
                  <c:v>2.5710178608311901E-6</c:v>
                </c:pt>
                <c:pt idx="300" formatCode="0.00E+00">
                  <c:v>2.4036530620468699E-6</c:v>
                </c:pt>
                <c:pt idx="301" formatCode="0.00E+00">
                  <c:v>2.1239672722372601E-5</c:v>
                </c:pt>
                <c:pt idx="302" formatCode="0.00E+00">
                  <c:v>5.6980767411528103E-5</c:v>
                </c:pt>
                <c:pt idx="303">
                  <c:v>1.06535276044486E-4</c:v>
                </c:pt>
                <c:pt idx="304">
                  <c:v>1.6604803089250499E-4</c:v>
                </c:pt>
                <c:pt idx="305">
                  <c:v>2.31170994406413E-4</c:v>
                </c:pt>
                <c:pt idx="306">
                  <c:v>2.9735555500020998E-4</c:v>
                </c:pt>
                <c:pt idx="307">
                  <c:v>3.6014672048399602E-4</c:v>
                </c:pt>
                <c:pt idx="308">
                  <c:v>4.1546019350611801E-4</c:v>
                </c:pt>
                <c:pt idx="309">
                  <c:v>4.5982529606306498E-4</c:v>
                </c:pt>
                <c:pt idx="310">
                  <c:v>4.9057972349389998E-4</c:v>
                </c:pt>
                <c:pt idx="311">
                  <c:v>5.0600588544434005E-4</c:v>
                </c:pt>
                <c:pt idx="312">
                  <c:v>5.0540281547859498E-4</c:v>
                </c:pt>
                <c:pt idx="313">
                  <c:v>4.8909200010619305E-4</c:v>
                </c:pt>
                <c:pt idx="314">
                  <c:v>4.5835969161723601E-4</c:v>
                </c:pt>
                <c:pt idx="315">
                  <c:v>4.1534207013400198E-4</c:v>
                </c:pt>
                <c:pt idx="316">
                  <c:v>3.6286279699127602E-4</c:v>
                </c:pt>
                <c:pt idx="317">
                  <c:v>3.0423491647543299E-4</c:v>
                </c:pt>
                <c:pt idx="318">
                  <c:v>2.4304061305484699E-4</c:v>
                </c:pt>
                <c:pt idx="319">
                  <c:v>1.82902991059897E-4</c:v>
                </c:pt>
                <c:pt idx="320">
                  <c:v>1.2726385889477699E-4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C4B-4065-90E9-A893BB0CDC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80"/>
        <c:noMultiLvlLbl val="0"/>
      </c:catAx>
      <c:valAx>
        <c:axId val="651974152"/>
        <c:scaling>
          <c:logBase val="10"/>
          <c:orientation val="minMax"/>
          <c:max val="1"/>
        </c:scaling>
        <c:delete val="0"/>
        <c:axPos val="l"/>
        <c:numFmt formatCode="0.00E+00" sourceLinked="1"/>
        <c:majorTickMark val="in"/>
        <c:minorTickMark val="none"/>
        <c:tickLblPos val="none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100"/>
      </c:valAx>
    </c:plotArea>
    <c:legend>
      <c:legendPos val="b"/>
      <c:layout>
        <c:manualLayout>
          <c:xMode val="edge"/>
          <c:yMode val="edge"/>
          <c:x val="0.53218365552523106"/>
          <c:y val="0.36179520793970332"/>
          <c:w val="0.11248471317507268"/>
          <c:h val="0.53283577449448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8211182919101453E-2"/>
          <c:y val="9.1309943446623076E-2"/>
          <c:w val="0.5744693123473279"/>
          <c:h val="0.77163320521492162"/>
        </c:manualLayout>
      </c:layout>
      <c:lineChart>
        <c:grouping val="standard"/>
        <c:varyColors val="0"/>
        <c:ser>
          <c:idx val="3"/>
          <c:order val="0"/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Sheet1!$D$2:$D$102</c:f>
              <c:numCache>
                <c:formatCode>General</c:formatCode>
                <c:ptCount val="101"/>
                <c:pt idx="0">
                  <c:v>-0.47130702016666998</c:v>
                </c:pt>
                <c:pt idx="1">
                  <c:v>-0.47435327450081</c:v>
                </c:pt>
                <c:pt idx="2">
                  <c:v>-0.47796589370887299</c:v>
                </c:pt>
                <c:pt idx="3">
                  <c:v>-0.48138095363503502</c:v>
                </c:pt>
                <c:pt idx="4">
                  <c:v>-0.485032351513555</c:v>
                </c:pt>
                <c:pt idx="5">
                  <c:v>-0.48827788451865101</c:v>
                </c:pt>
                <c:pt idx="6">
                  <c:v>-0.49152177127778701</c:v>
                </c:pt>
                <c:pt idx="7">
                  <c:v>-0.49476907140781601</c:v>
                </c:pt>
                <c:pt idx="8">
                  <c:v>-0.49784833208300699</c:v>
                </c:pt>
                <c:pt idx="9">
                  <c:v>-0.50092734521024995</c:v>
                </c:pt>
                <c:pt idx="10">
                  <c:v>-0.50399923274890102</c:v>
                </c:pt>
                <c:pt idx="11">
                  <c:v>-0.50705594101576101</c:v>
                </c:pt>
                <c:pt idx="12">
                  <c:v>-0.51016823917245402</c:v>
                </c:pt>
                <c:pt idx="13">
                  <c:v>-0.51311682601152597</c:v>
                </c:pt>
                <c:pt idx="14">
                  <c:v>-0.51609374415432596</c:v>
                </c:pt>
                <c:pt idx="15">
                  <c:v>-0.51907267422102599</c:v>
                </c:pt>
                <c:pt idx="16">
                  <c:v>-0.52201730262779</c:v>
                </c:pt>
                <c:pt idx="17">
                  <c:v>-0.52497340136178505</c:v>
                </c:pt>
                <c:pt idx="18">
                  <c:v>-0.52776241249197897</c:v>
                </c:pt>
                <c:pt idx="19">
                  <c:v>-0.53071324123876495</c:v>
                </c:pt>
                <c:pt idx="20">
                  <c:v>-0.53348666323898297</c:v>
                </c:pt>
                <c:pt idx="21">
                  <c:v>-0.536206464955991</c:v>
                </c:pt>
                <c:pt idx="22">
                  <c:v>-0.53905449355521295</c:v>
                </c:pt>
                <c:pt idx="23">
                  <c:v>-0.54186178636950599</c:v>
                </c:pt>
                <c:pt idx="24">
                  <c:v>-0.54455672339864403</c:v>
                </c:pt>
                <c:pt idx="25">
                  <c:v>-0.54714154381298796</c:v>
                </c:pt>
                <c:pt idx="26">
                  <c:v>-0.54984650896071396</c:v>
                </c:pt>
                <c:pt idx="27">
                  <c:v>-0.55252689253472997</c:v>
                </c:pt>
                <c:pt idx="28">
                  <c:v>-0.55523861095331895</c:v>
                </c:pt>
                <c:pt idx="29">
                  <c:v>-0.55790186604580105</c:v>
                </c:pt>
                <c:pt idx="30">
                  <c:v>-0.560329933603117</c:v>
                </c:pt>
                <c:pt idx="31">
                  <c:v>-0.56290884828697896</c:v>
                </c:pt>
                <c:pt idx="32">
                  <c:v>-0.56534979458642998</c:v>
                </c:pt>
                <c:pt idx="33">
                  <c:v>-0.56781534093127894</c:v>
                </c:pt>
                <c:pt idx="34">
                  <c:v>-0.57021973511575197</c:v>
                </c:pt>
                <c:pt idx="35">
                  <c:v>-0.57270589408685302</c:v>
                </c:pt>
                <c:pt idx="36">
                  <c:v>-0.575080570777323</c:v>
                </c:pt>
                <c:pt idx="37">
                  <c:v>-0.57751419607947596</c:v>
                </c:pt>
                <c:pt idx="38">
                  <c:v>-0.57985731089870896</c:v>
                </c:pt>
                <c:pt idx="39">
                  <c:v>-0.58209885139127304</c:v>
                </c:pt>
                <c:pt idx="40">
                  <c:v>-0.58434435879756197</c:v>
                </c:pt>
                <c:pt idx="41">
                  <c:v>-0.58658891021516102</c:v>
                </c:pt>
                <c:pt idx="42">
                  <c:v>-0.58879833130556003</c:v>
                </c:pt>
                <c:pt idx="43">
                  <c:v>-0.59107713968365605</c:v>
                </c:pt>
                <c:pt idx="44">
                  <c:v>-0.59322666852700301</c:v>
                </c:pt>
                <c:pt idx="45">
                  <c:v>-0.59532419868488595</c:v>
                </c:pt>
                <c:pt idx="46">
                  <c:v>-0.59734945695355801</c:v>
                </c:pt>
                <c:pt idx="47">
                  <c:v>-0.59941683825852399</c:v>
                </c:pt>
                <c:pt idx="48">
                  <c:v>-0.60144745616752304</c:v>
                </c:pt>
                <c:pt idx="49">
                  <c:v>-0.60343682276701305</c:v>
                </c:pt>
                <c:pt idx="50">
                  <c:v>-0.60535215699132905</c:v>
                </c:pt>
                <c:pt idx="51">
                  <c:v>-0.60720528084757497</c:v>
                </c:pt>
                <c:pt idx="52">
                  <c:v>-0.60909918081065095</c:v>
                </c:pt>
                <c:pt idx="53">
                  <c:v>-0.61091667520249104</c:v>
                </c:pt>
                <c:pt idx="54">
                  <c:v>-0.61268529628684598</c:v>
                </c:pt>
                <c:pt idx="55">
                  <c:v>-0.61449293515812897</c:v>
                </c:pt>
                <c:pt idx="56">
                  <c:v>-0.61630787365497797</c:v>
                </c:pt>
                <c:pt idx="57">
                  <c:v>-0.61797687990927297</c:v>
                </c:pt>
                <c:pt idx="58">
                  <c:v>-0.61971564870337603</c:v>
                </c:pt>
                <c:pt idx="59">
                  <c:v>-0.62147211952822001</c:v>
                </c:pt>
                <c:pt idx="60">
                  <c:v>-0.62315828870080503</c:v>
                </c:pt>
                <c:pt idx="61">
                  <c:v>-0.62484685732443401</c:v>
                </c:pt>
                <c:pt idx="62">
                  <c:v>-0.62649843036066399</c:v>
                </c:pt>
                <c:pt idx="63">
                  <c:v>-0.62809656880973996</c:v>
                </c:pt>
                <c:pt idx="64">
                  <c:v>-0.629683508018827</c:v>
                </c:pt>
                <c:pt idx="65">
                  <c:v>-0.63123603572217202</c:v>
                </c:pt>
                <c:pt idx="66">
                  <c:v>-0.63283923400613595</c:v>
                </c:pt>
                <c:pt idx="67">
                  <c:v>-0.63430964263850098</c:v>
                </c:pt>
                <c:pt idx="68">
                  <c:v>-0.63584313259748204</c:v>
                </c:pt>
                <c:pt idx="69">
                  <c:v>-0.63726665156176099</c:v>
                </c:pt>
                <c:pt idx="70">
                  <c:v>-0.63875812042547897</c:v>
                </c:pt>
                <c:pt idx="71">
                  <c:v>-0.64019941171930606</c:v>
                </c:pt>
                <c:pt idx="72">
                  <c:v>-0.64157587526127502</c:v>
                </c:pt>
                <c:pt idx="73">
                  <c:v>-0.64293230866434503</c:v>
                </c:pt>
                <c:pt idx="74">
                  <c:v>-0.64429817464082795</c:v>
                </c:pt>
                <c:pt idx="75">
                  <c:v>-0.64560091546813902</c:v>
                </c:pt>
                <c:pt idx="76">
                  <c:v>-0.64691440309519699</c:v>
                </c:pt>
                <c:pt idx="77">
                  <c:v>-0.64819107316812796</c:v>
                </c:pt>
                <c:pt idx="78">
                  <c:v>-0.64946833251963998</c:v>
                </c:pt>
                <c:pt idx="79">
                  <c:v>-0.65080703139459495</c:v>
                </c:pt>
                <c:pt idx="80">
                  <c:v>-0.65220231384738803</c:v>
                </c:pt>
                <c:pt idx="81">
                  <c:v>-0.65336699982559499</c:v>
                </c:pt>
                <c:pt idx="82">
                  <c:v>-0.65456057924162103</c:v>
                </c:pt>
                <c:pt idx="83">
                  <c:v>-0.65564198556711795</c:v>
                </c:pt>
                <c:pt idx="84">
                  <c:v>-0.65680718913640002</c:v>
                </c:pt>
                <c:pt idx="85">
                  <c:v>-0.65788802813265501</c:v>
                </c:pt>
                <c:pt idx="86">
                  <c:v>-0.658877072258648</c:v>
                </c:pt>
                <c:pt idx="87">
                  <c:v>-0.65996706987147502</c:v>
                </c:pt>
                <c:pt idx="88">
                  <c:v>-0.66098701763253098</c:v>
                </c:pt>
                <c:pt idx="89">
                  <c:v>-0.66210010137247099</c:v>
                </c:pt>
                <c:pt idx="90">
                  <c:v>-0.66313309966194001</c:v>
                </c:pt>
                <c:pt idx="91">
                  <c:v>-0.66419025727929604</c:v>
                </c:pt>
                <c:pt idx="92">
                  <c:v>-0.66513046059806502</c:v>
                </c:pt>
                <c:pt idx="93">
                  <c:v>-0.66625081909977402</c:v>
                </c:pt>
                <c:pt idx="94">
                  <c:v>-0.66721432258225799</c:v>
                </c:pt>
                <c:pt idx="95">
                  <c:v>-0.668059264546642</c:v>
                </c:pt>
                <c:pt idx="96">
                  <c:v>-0.66897527585704997</c:v>
                </c:pt>
                <c:pt idx="97">
                  <c:v>-0.66983272639795699</c:v>
                </c:pt>
                <c:pt idx="98">
                  <c:v>-0.67063234428447405</c:v>
                </c:pt>
                <c:pt idx="99">
                  <c:v>-0.67138966726099503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AC-4160-989E-663A2FA3148A}"/>
            </c:ext>
          </c:extLst>
        </c:ser>
        <c:ser>
          <c:idx val="0"/>
          <c:order val="1"/>
          <c:spPr>
            <a:ln>
              <a:solidFill>
                <a:schemeClr val="accent4"/>
              </a:solidFill>
            </a:ln>
          </c:spPr>
          <c:marker>
            <c:symbol val="none"/>
          </c:marker>
          <c:val>
            <c:numRef>
              <c:f>Sheet1!$I$2:$I$102</c:f>
              <c:numCache>
                <c:formatCode>General</c:formatCode>
                <c:ptCount val="101"/>
                <c:pt idx="0">
                  <c:v>-0.47130702016666998</c:v>
                </c:pt>
                <c:pt idx="1">
                  <c:v>-0.51303714465079298</c:v>
                </c:pt>
                <c:pt idx="2">
                  <c:v>-0.56317931170643898</c:v>
                </c:pt>
                <c:pt idx="3">
                  <c:v>-0.606061465147959</c:v>
                </c:pt>
                <c:pt idx="4">
                  <c:v>-0.63898026323489998</c:v>
                </c:pt>
                <c:pt idx="5">
                  <c:v>-0.66146694411378604</c:v>
                </c:pt>
                <c:pt idx="6">
                  <c:v>-0.67740035496848605</c:v>
                </c:pt>
                <c:pt idx="7">
                  <c:v>-0.68633822576021397</c:v>
                </c:pt>
                <c:pt idx="8">
                  <c:v>-0.69224425788125898</c:v>
                </c:pt>
                <c:pt idx="9">
                  <c:v>-0.69627499989574604</c:v>
                </c:pt>
                <c:pt idx="10">
                  <c:v>-0.69952545951525602</c:v>
                </c:pt>
                <c:pt idx="11">
                  <c:v>-0.70225034003212805</c:v>
                </c:pt>
                <c:pt idx="12">
                  <c:v>-0.70475619842412995</c:v>
                </c:pt>
                <c:pt idx="13">
                  <c:v>-0.70698092799419299</c:v>
                </c:pt>
                <c:pt idx="14">
                  <c:v>-0.70898924230468696</c:v>
                </c:pt>
                <c:pt idx="15">
                  <c:v>-0.71082668305583796</c:v>
                </c:pt>
                <c:pt idx="16">
                  <c:v>-0.71266724581968799</c:v>
                </c:pt>
                <c:pt idx="17">
                  <c:v>-0.71417563525736205</c:v>
                </c:pt>
                <c:pt idx="18">
                  <c:v>-0.71563766830055098</c:v>
                </c:pt>
                <c:pt idx="19">
                  <c:v>-0.71694605356422103</c:v>
                </c:pt>
                <c:pt idx="20">
                  <c:v>-0.71819221255869503</c:v>
                </c:pt>
                <c:pt idx="21">
                  <c:v>-0.71932991079937103</c:v>
                </c:pt>
                <c:pt idx="22">
                  <c:v>-0.72044918097967103</c:v>
                </c:pt>
                <c:pt idx="23">
                  <c:v>-0.72160755268297205</c:v>
                </c:pt>
                <c:pt idx="24">
                  <c:v>-0.722615852577143</c:v>
                </c:pt>
                <c:pt idx="25">
                  <c:v>-0.72368221772575703</c:v>
                </c:pt>
                <c:pt idx="26">
                  <c:v>-0.72462122377523597</c:v>
                </c:pt>
                <c:pt idx="27">
                  <c:v>-0.72554836096431397</c:v>
                </c:pt>
                <c:pt idx="28">
                  <c:v>-0.72647107597467597</c:v>
                </c:pt>
                <c:pt idx="29">
                  <c:v>-0.72729337218287504</c:v>
                </c:pt>
                <c:pt idx="30">
                  <c:v>-0.72815505192524099</c:v>
                </c:pt>
                <c:pt idx="31">
                  <c:v>-0.72895968967443103</c:v>
                </c:pt>
                <c:pt idx="32">
                  <c:v>-0.72972159249522905</c:v>
                </c:pt>
                <c:pt idx="33">
                  <c:v>-0.730432104199635</c:v>
                </c:pt>
                <c:pt idx="34">
                  <c:v>-0.73116272315173103</c:v>
                </c:pt>
                <c:pt idx="35">
                  <c:v>-0.731840260583418</c:v>
                </c:pt>
                <c:pt idx="36">
                  <c:v>-0.73248680330454596</c:v>
                </c:pt>
                <c:pt idx="37">
                  <c:v>-0.73310135959053901</c:v>
                </c:pt>
                <c:pt idx="38">
                  <c:v>-0.73375799624874405</c:v>
                </c:pt>
                <c:pt idx="39">
                  <c:v>-0.73432878320088302</c:v>
                </c:pt>
                <c:pt idx="40">
                  <c:v>-0.73485317382235904</c:v>
                </c:pt>
                <c:pt idx="41">
                  <c:v>-0.73539109474271103</c:v>
                </c:pt>
                <c:pt idx="42">
                  <c:v>-0.73589737738108796</c:v>
                </c:pt>
                <c:pt idx="43">
                  <c:v>-0.73637060674197397</c:v>
                </c:pt>
                <c:pt idx="44">
                  <c:v>-0.73678240442332898</c:v>
                </c:pt>
                <c:pt idx="45">
                  <c:v>-0.73725284404409097</c:v>
                </c:pt>
                <c:pt idx="46">
                  <c:v>-0.73765450153055601</c:v>
                </c:pt>
                <c:pt idx="47">
                  <c:v>-0.73810108140737996</c:v>
                </c:pt>
                <c:pt idx="48">
                  <c:v>-0.73847390294500803</c:v>
                </c:pt>
                <c:pt idx="49">
                  <c:v>-0.73881310429122604</c:v>
                </c:pt>
                <c:pt idx="50">
                  <c:v>-0.73918435905412605</c:v>
                </c:pt>
                <c:pt idx="51">
                  <c:v>-0.73947471240242002</c:v>
                </c:pt>
                <c:pt idx="52">
                  <c:v>-0.73982371582809503</c:v>
                </c:pt>
                <c:pt idx="53">
                  <c:v>-0.740119585001772</c:v>
                </c:pt>
                <c:pt idx="54">
                  <c:v>-0.74036955274925698</c:v>
                </c:pt>
                <c:pt idx="55">
                  <c:v>-0.74060806398996604</c:v>
                </c:pt>
                <c:pt idx="56">
                  <c:v>-0.74083949326024201</c:v>
                </c:pt>
                <c:pt idx="57">
                  <c:v>-0.74105965575022004</c:v>
                </c:pt>
                <c:pt idx="58">
                  <c:v>-0.74122428113282202</c:v>
                </c:pt>
                <c:pt idx="59">
                  <c:v>-0.74141185660229203</c:v>
                </c:pt>
                <c:pt idx="60">
                  <c:v>-0.74158608261973202</c:v>
                </c:pt>
                <c:pt idx="61">
                  <c:v>-0.74175400084111198</c:v>
                </c:pt>
                <c:pt idx="62">
                  <c:v>-0.74190380765231401</c:v>
                </c:pt>
                <c:pt idx="63">
                  <c:v>-0.74206721252843</c:v>
                </c:pt>
                <c:pt idx="64">
                  <c:v>-0.74214842171043505</c:v>
                </c:pt>
                <c:pt idx="65">
                  <c:v>-0.74225480646353303</c:v>
                </c:pt>
                <c:pt idx="66">
                  <c:v>-0.74236568717648399</c:v>
                </c:pt>
                <c:pt idx="67">
                  <c:v>-0.742472638133299</c:v>
                </c:pt>
                <c:pt idx="68">
                  <c:v>-0.74254379988515096</c:v>
                </c:pt>
                <c:pt idx="69">
                  <c:v>-0.74260639217593305</c:v>
                </c:pt>
                <c:pt idx="70">
                  <c:v>-0.74265898959247201</c:v>
                </c:pt>
                <c:pt idx="71">
                  <c:v>-0.74270270518859105</c:v>
                </c:pt>
                <c:pt idx="72">
                  <c:v>-0.74274153953153998</c:v>
                </c:pt>
                <c:pt idx="73">
                  <c:v>-0.74277506119845105</c:v>
                </c:pt>
                <c:pt idx="74">
                  <c:v>-0.74280393972229997</c:v>
                </c:pt>
                <c:pt idx="75">
                  <c:v>-0.74282396865871603</c:v>
                </c:pt>
                <c:pt idx="76">
                  <c:v>-0.74284412683860102</c:v>
                </c:pt>
                <c:pt idx="77">
                  <c:v>-0.74286710733394001</c:v>
                </c:pt>
                <c:pt idx="78">
                  <c:v>-0.74289309929811498</c:v>
                </c:pt>
                <c:pt idx="79">
                  <c:v>-0.742920703199488</c:v>
                </c:pt>
                <c:pt idx="80">
                  <c:v>-0.74294842965918595</c:v>
                </c:pt>
                <c:pt idx="81">
                  <c:v>-0.74297485361450599</c:v>
                </c:pt>
                <c:pt idx="82">
                  <c:v>-0.742998665093345</c:v>
                </c:pt>
                <c:pt idx="83">
                  <c:v>-0.74301874569729598</c:v>
                </c:pt>
                <c:pt idx="84">
                  <c:v>-0.74303422710432498</c:v>
                </c:pt>
                <c:pt idx="85">
                  <c:v>-0.74304454303456002</c:v>
                </c:pt>
                <c:pt idx="86">
                  <c:v>-0.74304946304475605</c:v>
                </c:pt>
                <c:pt idx="87">
                  <c:v>-0.74304910071454999</c:v>
                </c:pt>
                <c:pt idx="88">
                  <c:v>-0.74304389514735802</c:v>
                </c:pt>
                <c:pt idx="89">
                  <c:v>-0.74303457034363496</c:v>
                </c:pt>
                <c:pt idx="90">
                  <c:v>-0.74302207860550795</c:v>
                </c:pt>
                <c:pt idx="91">
                  <c:v>-0.74300753266505104</c:v>
                </c:pt>
                <c:pt idx="92">
                  <c:v>-0.74299213069247705</c:v>
                </c:pt>
                <c:pt idx="93">
                  <c:v>-0.74297707790817002</c:v>
                </c:pt>
                <c:pt idx="94">
                  <c:v>-0.74296351312249498</c:v>
                </c:pt>
                <c:pt idx="95">
                  <c:v>-0.74295244036013597</c:v>
                </c:pt>
                <c:pt idx="96">
                  <c:v>-0.74294467407866804</c:v>
                </c:pt>
                <c:pt idx="97">
                  <c:v>-0.74294080804767904</c:v>
                </c:pt>
                <c:pt idx="98">
                  <c:v>-0.74294115613564105</c:v>
                </c:pt>
                <c:pt idx="99">
                  <c:v>-0.74294576696539105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BAC-4160-989E-663A2FA3148A}"/>
            </c:ext>
          </c:extLst>
        </c:ser>
        <c:ser>
          <c:idx val="1"/>
          <c:order val="2"/>
          <c:spPr>
            <a:ln>
              <a:solidFill>
                <a:schemeClr val="accent6"/>
              </a:solidFill>
            </a:ln>
          </c:spPr>
          <c:marker>
            <c:symbol val="none"/>
          </c:marker>
          <c:val>
            <c:numRef>
              <c:f>Sheet1!$N$2:$N$102</c:f>
              <c:numCache>
                <c:formatCode>General</c:formatCode>
                <c:ptCount val="101"/>
                <c:pt idx="0">
                  <c:v>-0.47130702016666998</c:v>
                </c:pt>
                <c:pt idx="1">
                  <c:v>-0.52550628504242003</c:v>
                </c:pt>
                <c:pt idx="2">
                  <c:v>-0.59116387422570704</c:v>
                </c:pt>
                <c:pt idx="3">
                  <c:v>-0.64111515506769801</c:v>
                </c:pt>
                <c:pt idx="4">
                  <c:v>-0.66932828555392099</c:v>
                </c:pt>
                <c:pt idx="5">
                  <c:v>-0.68582834501066603</c:v>
                </c:pt>
                <c:pt idx="6">
                  <c:v>-0.69448051837746405</c:v>
                </c:pt>
                <c:pt idx="7">
                  <c:v>-0.69957781544048303</c:v>
                </c:pt>
                <c:pt idx="8">
                  <c:v>-0.70391623622062105</c:v>
                </c:pt>
                <c:pt idx="9">
                  <c:v>-0.70763973017522497</c:v>
                </c:pt>
                <c:pt idx="10">
                  <c:v>-0.71091816486202097</c:v>
                </c:pt>
                <c:pt idx="11">
                  <c:v>-0.71363271157197095</c:v>
                </c:pt>
                <c:pt idx="12">
                  <c:v>-0.71613575760537196</c:v>
                </c:pt>
                <c:pt idx="13">
                  <c:v>-0.71833722222583696</c:v>
                </c:pt>
                <c:pt idx="14">
                  <c:v>-0.72052929072192995</c:v>
                </c:pt>
                <c:pt idx="15">
                  <c:v>-0.72245193102989003</c:v>
                </c:pt>
                <c:pt idx="16">
                  <c:v>-0.72416478593377798</c:v>
                </c:pt>
                <c:pt idx="17">
                  <c:v>-0.72605331032105203</c:v>
                </c:pt>
                <c:pt idx="18">
                  <c:v>-0.72770440523393798</c:v>
                </c:pt>
                <c:pt idx="19">
                  <c:v>-0.72918538339005601</c:v>
                </c:pt>
                <c:pt idx="20">
                  <c:v>-0.73066666391629698</c:v>
                </c:pt>
                <c:pt idx="21">
                  <c:v>-0.73182769935358005</c:v>
                </c:pt>
                <c:pt idx="22">
                  <c:v>-0.73303234326740496</c:v>
                </c:pt>
                <c:pt idx="23">
                  <c:v>-0.73408636635135704</c:v>
                </c:pt>
                <c:pt idx="24">
                  <c:v>-0.73515575906003505</c:v>
                </c:pt>
                <c:pt idx="25">
                  <c:v>-0.73597362798552302</c:v>
                </c:pt>
                <c:pt idx="26">
                  <c:v>-0.73681707925595397</c:v>
                </c:pt>
                <c:pt idx="27">
                  <c:v>-0.73752300198571796</c:v>
                </c:pt>
                <c:pt idx="28">
                  <c:v>-0.73812802106085995</c:v>
                </c:pt>
                <c:pt idx="29">
                  <c:v>-0.73849608005762302</c:v>
                </c:pt>
                <c:pt idx="30">
                  <c:v>-0.73901300882608401</c:v>
                </c:pt>
                <c:pt idx="31">
                  <c:v>-0.73939232485133599</c:v>
                </c:pt>
                <c:pt idx="32">
                  <c:v>-0.73971642365349799</c:v>
                </c:pt>
                <c:pt idx="33">
                  <c:v>-0.73997147294561505</c:v>
                </c:pt>
                <c:pt idx="34">
                  <c:v>-0.740193813735599</c:v>
                </c:pt>
                <c:pt idx="35">
                  <c:v>-0.74035291370426404</c:v>
                </c:pt>
                <c:pt idx="36">
                  <c:v>-0.74050090919028899</c:v>
                </c:pt>
                <c:pt idx="37">
                  <c:v>-0.74065823347724002</c:v>
                </c:pt>
                <c:pt idx="38">
                  <c:v>-0.74083626660284496</c:v>
                </c:pt>
                <c:pt idx="39">
                  <c:v>-0.74102463648488504</c:v>
                </c:pt>
                <c:pt idx="40">
                  <c:v>-0.74121304322706405</c:v>
                </c:pt>
                <c:pt idx="41">
                  <c:v>-0.74139227335416402</c:v>
                </c:pt>
                <c:pt idx="42">
                  <c:v>-0.741554354692604</c:v>
                </c:pt>
                <c:pt idx="43">
                  <c:v>-0.74169267073668599</c:v>
                </c:pt>
                <c:pt idx="44">
                  <c:v>-0.74180210336389896</c:v>
                </c:pt>
                <c:pt idx="45">
                  <c:v>-0.74187917680439797</c:v>
                </c:pt>
                <c:pt idx="46">
                  <c:v>-0.74192217434936203</c:v>
                </c:pt>
                <c:pt idx="47">
                  <c:v>-0.741931214656395</c:v>
                </c:pt>
                <c:pt idx="48">
                  <c:v>-0.74190826567284096</c:v>
                </c:pt>
                <c:pt idx="49">
                  <c:v>-0.74185706018261299</c:v>
                </c:pt>
                <c:pt idx="50">
                  <c:v>-0.74178288735702302</c:v>
                </c:pt>
                <c:pt idx="51">
                  <c:v>-0.74169226714841896</c:v>
                </c:pt>
                <c:pt idx="52">
                  <c:v>-0.74159254437554001</c:v>
                </c:pt>
                <c:pt idx="53">
                  <c:v>-0.74149144716322701</c:v>
                </c:pt>
                <c:pt idx="54">
                  <c:v>-0.74139664123669802</c:v>
                </c:pt>
                <c:pt idx="55">
                  <c:v>-0.74131530966447001</c:v>
                </c:pt>
                <c:pt idx="56">
                  <c:v>-0.74125371551422103</c:v>
                </c:pt>
                <c:pt idx="57">
                  <c:v>-0.74121684039817204</c:v>
                </c:pt>
                <c:pt idx="58">
                  <c:v>-0.74121233857989299</c:v>
                </c:pt>
                <c:pt idx="59">
                  <c:v>-0.74123925051470696</c:v>
                </c:pt>
                <c:pt idx="60">
                  <c:v>-0.74129035464440496</c:v>
                </c:pt>
                <c:pt idx="61">
                  <c:v>-0.74136627517345099</c:v>
                </c:pt>
                <c:pt idx="62">
                  <c:v>-0.74146431350762199</c:v>
                </c:pt>
                <c:pt idx="63">
                  <c:v>-0.74157890486414002</c:v>
                </c:pt>
                <c:pt idx="64">
                  <c:v>-0.74170346883411498</c:v>
                </c:pt>
                <c:pt idx="65">
                  <c:v>-0.74183098390240998</c:v>
                </c:pt>
                <c:pt idx="66">
                  <c:v>-0.74195449335355901</c:v>
                </c:pt>
                <c:pt idx="67">
                  <c:v>-0.74206756984383404</c:v>
                </c:pt>
                <c:pt idx="68">
                  <c:v>-0.74216470571641002</c:v>
                </c:pt>
                <c:pt idx="69">
                  <c:v>-0.74224161262611399</c:v>
                </c:pt>
                <c:pt idx="70">
                  <c:v>-0.74229542312762797</c:v>
                </c:pt>
                <c:pt idx="71">
                  <c:v>-0.74232479519536798</c:v>
                </c:pt>
                <c:pt idx="72">
                  <c:v>-0.74232992416193699</c:v>
                </c:pt>
                <c:pt idx="73">
                  <c:v>-0.74231246841966603</c:v>
                </c:pt>
                <c:pt idx="74">
                  <c:v>-0.74227539643136897</c:v>
                </c:pt>
                <c:pt idx="75">
                  <c:v>-0.74222276432791201</c:v>
                </c:pt>
                <c:pt idx="76">
                  <c:v>-0.74215943642778903</c:v>
                </c:pt>
                <c:pt idx="77">
                  <c:v>-0.74209076469006996</c:v>
                </c:pt>
                <c:pt idx="78">
                  <c:v>-0.74202224511871795</c:v>
                </c:pt>
                <c:pt idx="79">
                  <c:v>-0.741959174692565</c:v>
                </c:pt>
                <c:pt idx="80">
                  <c:v>-0.74190632697413195</c:v>
                </c:pt>
                <c:pt idx="81">
                  <c:v>-0.74186766943941895</c:v>
                </c:pt>
                <c:pt idx="82">
                  <c:v>-0.74184613929033705</c:v>
                </c:pt>
                <c:pt idx="83">
                  <c:v>-0.74184348672696798</c:v>
                </c:pt>
                <c:pt idx="84">
                  <c:v>-0.74186020602829394</c:v>
                </c:pt>
                <c:pt idx="85">
                  <c:v>-0.741895550022308</c:v>
                </c:pt>
                <c:pt idx="86">
                  <c:v>-0.74194761183395197</c:v>
                </c:pt>
                <c:pt idx="87">
                  <c:v>-0.74201349650747905</c:v>
                </c:pt>
                <c:pt idx="88">
                  <c:v>-0.74208953582801496</c:v>
                </c:pt>
                <c:pt idx="89">
                  <c:v>-0.74217154924975604</c:v>
                </c:pt>
                <c:pt idx="90">
                  <c:v>-0.74225512452049203</c:v>
                </c:pt>
                <c:pt idx="91">
                  <c:v>-0.74233589917682097</c:v>
                </c:pt>
                <c:pt idx="92">
                  <c:v>-0.74240982522232202</c:v>
                </c:pt>
                <c:pt idx="93">
                  <c:v>-0.74247340190231903</c:v>
                </c:pt>
                <c:pt idx="94">
                  <c:v>-0.74252386494643197</c:v>
                </c:pt>
                <c:pt idx="95">
                  <c:v>-0.74255932406662095</c:v>
                </c:pt>
                <c:pt idx="96">
                  <c:v>-0.74257884399824103</c:v>
                </c:pt>
                <c:pt idx="97">
                  <c:v>-0.74258246757114499</c:v>
                </c:pt>
                <c:pt idx="98">
                  <c:v>-0.74257118210599604</c:v>
                </c:pt>
                <c:pt idx="99">
                  <c:v>-0.74254683294823998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BAC-4160-989E-663A2FA3148A}"/>
            </c:ext>
          </c:extLst>
        </c:ser>
        <c:ser>
          <c:idx val="2"/>
          <c:order val="3"/>
          <c:spPr>
            <a:ln>
              <a:solidFill>
                <a:srgbClr val="7030A0"/>
              </a:solidFill>
            </a:ln>
          </c:spPr>
          <c:marker>
            <c:symbol val="none"/>
          </c:marker>
          <c:val>
            <c:numRef>
              <c:f>Sheet1!$S$2:$S$102</c:f>
              <c:numCache>
                <c:formatCode>General</c:formatCode>
                <c:ptCount val="101"/>
                <c:pt idx="0">
                  <c:v>-0.47130702016666998</c:v>
                </c:pt>
                <c:pt idx="1">
                  <c:v>-0.52543579686285002</c:v>
                </c:pt>
                <c:pt idx="2">
                  <c:v>-0.57204438217815301</c:v>
                </c:pt>
                <c:pt idx="3">
                  <c:v>-0.62711561549849104</c:v>
                </c:pt>
                <c:pt idx="4">
                  <c:v>-0.66564694355807696</c:v>
                </c:pt>
                <c:pt idx="5">
                  <c:v>-0.68013098497619695</c:v>
                </c:pt>
                <c:pt idx="6">
                  <c:v>-0.68567854656077698</c:v>
                </c:pt>
                <c:pt idx="7">
                  <c:v>-0.69012358819559405</c:v>
                </c:pt>
                <c:pt idx="8">
                  <c:v>-0.69331863189741805</c:v>
                </c:pt>
                <c:pt idx="9">
                  <c:v>-0.69673490991937803</c:v>
                </c:pt>
                <c:pt idx="10">
                  <c:v>-0.69837350487400296</c:v>
                </c:pt>
                <c:pt idx="11">
                  <c:v>-0.700351302106481</c:v>
                </c:pt>
                <c:pt idx="12">
                  <c:v>-0.70319558589553399</c:v>
                </c:pt>
                <c:pt idx="13">
                  <c:v>-0.70777511885599598</c:v>
                </c:pt>
                <c:pt idx="14">
                  <c:v>-0.71088601576901</c:v>
                </c:pt>
                <c:pt idx="15">
                  <c:v>-0.71259826487529199</c:v>
                </c:pt>
                <c:pt idx="16">
                  <c:v>-0.71575978787111305</c:v>
                </c:pt>
                <c:pt idx="17">
                  <c:v>-0.71749493299092504</c:v>
                </c:pt>
                <c:pt idx="18">
                  <c:v>-0.71946879325102098</c:v>
                </c:pt>
                <c:pt idx="19">
                  <c:v>-0.72151714960668201</c:v>
                </c:pt>
                <c:pt idx="20">
                  <c:v>-0.72374717083573203</c:v>
                </c:pt>
                <c:pt idx="21">
                  <c:v>-0.72558143310965495</c:v>
                </c:pt>
                <c:pt idx="22">
                  <c:v>-0.72718097778410296</c:v>
                </c:pt>
                <c:pt idx="23">
                  <c:v>-0.72851658678817099</c:v>
                </c:pt>
                <c:pt idx="24">
                  <c:v>-0.72979787117356898</c:v>
                </c:pt>
                <c:pt idx="25">
                  <c:v>-0.73097340130974997</c:v>
                </c:pt>
                <c:pt idx="26">
                  <c:v>-0.73199042242559098</c:v>
                </c:pt>
                <c:pt idx="27">
                  <c:v>-0.73279853827525698</c:v>
                </c:pt>
                <c:pt idx="28">
                  <c:v>-0.73335524920654405</c:v>
                </c:pt>
                <c:pt idx="29">
                  <c:v>-0.73363344683459097</c:v>
                </c:pt>
                <c:pt idx="30">
                  <c:v>-0.73362703518789696</c:v>
                </c:pt>
                <c:pt idx="31">
                  <c:v>-0.73335232557683006</c:v>
                </c:pt>
                <c:pt idx="32">
                  <c:v>-0.73284596472660701</c:v>
                </c:pt>
                <c:pt idx="33">
                  <c:v>-0.73216128996488095</c:v>
                </c:pt>
                <c:pt idx="34">
                  <c:v>-0.73136413450370896</c:v>
                </c:pt>
                <c:pt idx="35">
                  <c:v>-0.73052791223833902</c:v>
                </c:pt>
                <c:pt idx="36">
                  <c:v>-0.72972757136302002</c:v>
                </c:pt>
                <c:pt idx="37">
                  <c:v>-0.72903273997203999</c:v>
                </c:pt>
                <c:pt idx="38">
                  <c:v>-0.72850125111667297</c:v>
                </c:pt>
                <c:pt idx="39">
                  <c:v>-0.72817445555383598</c:v>
                </c:pt>
                <c:pt idx="40">
                  <c:v>-0.728075183331646</c:v>
                </c:pt>
                <c:pt idx="41">
                  <c:v>-0.72820828105503599</c:v>
                </c:pt>
                <c:pt idx="42">
                  <c:v>-0.72856304585975096</c:v>
                </c:pt>
                <c:pt idx="43">
                  <c:v>-0.72911646031454003</c:v>
                </c:pt>
                <c:pt idx="44">
                  <c:v>-0.72983648299563197</c:v>
                </c:pt>
                <c:pt idx="45">
                  <c:v>-0.73068481955495501</c:v>
                </c:pt>
                <c:pt idx="46">
                  <c:v>-0.73161904809326395</c:v>
                </c:pt>
                <c:pt idx="47">
                  <c:v>-0.73259419823445004</c:v>
                </c:pt>
                <c:pt idx="48">
                  <c:v>-0.73356409117586396</c:v>
                </c:pt>
                <c:pt idx="49">
                  <c:v>-0.73448279059423605</c:v>
                </c:pt>
                <c:pt idx="50">
                  <c:v>-0.73530646088790097</c:v>
                </c:pt>
                <c:pt idx="51">
                  <c:v>-0.735995753772275</c:v>
                </c:pt>
                <c:pt idx="52">
                  <c:v>-0.73651859926505303</c:v>
                </c:pt>
                <c:pt idx="53">
                  <c:v>-0.73685304288846898</c:v>
                </c:pt>
                <c:pt idx="54">
                  <c:v>-0.73698962574975901</c:v>
                </c:pt>
                <c:pt idx="55">
                  <c:v>-0.73693279554684898</c:v>
                </c:pt>
                <c:pt idx="56">
                  <c:v>-0.73670097388667499</c:v>
                </c:pt>
                <c:pt idx="57">
                  <c:v>-0.73632514157676199</c:v>
                </c:pt>
                <c:pt idx="58">
                  <c:v>-0.73584607299036597</c:v>
                </c:pt>
                <c:pt idx="59">
                  <c:v>-0.73531059149353595</c:v>
                </c:pt>
                <c:pt idx="60">
                  <c:v>-0.73476736674055998</c:v>
                </c:pt>
                <c:pt idx="61">
                  <c:v>-0.73426281291829398</c:v>
                </c:pt>
                <c:pt idx="62">
                  <c:v>-0.73383757387152504</c:v>
                </c:pt>
                <c:pt idx="63">
                  <c:v>-0.73352392684499401</c:v>
                </c:pt>
                <c:pt idx="64">
                  <c:v>-0.73334424474164805</c:v>
                </c:pt>
                <c:pt idx="65">
                  <c:v>-0.73331047863579701</c:v>
                </c:pt>
                <c:pt idx="66">
                  <c:v>-0.73342449089334105</c:v>
                </c:pt>
                <c:pt idx="67">
                  <c:v>-0.73367900652086104</c:v>
                </c:pt>
                <c:pt idx="68">
                  <c:v>-0.73405894906051505</c:v>
                </c:pt>
                <c:pt idx="69">
                  <c:v>-0.73454297113249301</c:v>
                </c:pt>
                <c:pt idx="70">
                  <c:v>-0.73510504997698001</c:v>
                </c:pt>
                <c:pt idx="71">
                  <c:v>-0.73571607959194896</c:v>
                </c:pt>
                <c:pt idx="72">
                  <c:v>-0.73634543130194097</c:v>
                </c:pt>
                <c:pt idx="73">
                  <c:v>-0.73696247559842598</c:v>
                </c:pt>
                <c:pt idx="74">
                  <c:v>-0.73753806001405497</c:v>
                </c:pt>
                <c:pt idx="75">
                  <c:v>-0.73804592326982899</c:v>
                </c:pt>
                <c:pt idx="76">
                  <c:v>-0.73846400806165102</c:v>
                </c:pt>
                <c:pt idx="77">
                  <c:v>-0.73877561331368302</c:v>
                </c:pt>
                <c:pt idx="78">
                  <c:v>-0.73897031281742098</c:v>
                </c:pt>
                <c:pt idx="79">
                  <c:v>-0.73904456327355295</c:v>
                </c:pt>
                <c:pt idx="80">
                  <c:v>-0.73900193295485594</c:v>
                </c:pt>
                <c:pt idx="81">
                  <c:v>-0.73885290299680595</c:v>
                </c:pt>
                <c:pt idx="82">
                  <c:v>-0.73861422480875705</c:v>
                </c:pt>
                <c:pt idx="83">
                  <c:v>-0.73830785494060402</c:v>
                </c:pt>
                <c:pt idx="84">
                  <c:v>-0.737959528714901</c:v>
                </c:pt>
                <c:pt idx="85">
                  <c:v>-0.737597069864108</c:v>
                </c:pt>
                <c:pt idx="86">
                  <c:v>-0.73724856026366703</c:v>
                </c:pt>
                <c:pt idx="87">
                  <c:v>-0.73694050918514298</c:v>
                </c:pt>
                <c:pt idx="88">
                  <c:v>-0.73669616073981903</c:v>
                </c:pt>
                <c:pt idx="89">
                  <c:v>-0.73653406325066995</c:v>
                </c:pt>
                <c:pt idx="90">
                  <c:v>-0.73646699778412505</c:v>
                </c:pt>
                <c:pt idx="91">
                  <c:v>-0.73650132727141104</c:v>
                </c:pt>
                <c:pt idx="92">
                  <c:v>-0.73663679097449697</c:v>
                </c:pt>
                <c:pt idx="93">
                  <c:v>-0.73686673270811598</c:v>
                </c:pt>
                <c:pt idx="94">
                  <c:v>-0.73717872265761997</c:v>
                </c:pt>
                <c:pt idx="95">
                  <c:v>-0.73755551139715603</c:v>
                </c:pt>
                <c:pt idx="96">
                  <c:v>-0.73797624138234097</c:v>
                </c:pt>
                <c:pt idx="97">
                  <c:v>-0.73841783544851802</c:v>
                </c:pt>
                <c:pt idx="98">
                  <c:v>-0.73885647913387398</c:v>
                </c:pt>
                <c:pt idx="99">
                  <c:v>-0.739269113804088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BAC-4160-989E-663A2FA3148A}"/>
            </c:ext>
          </c:extLst>
        </c:ser>
        <c:ser>
          <c:idx val="4"/>
          <c:order val="4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Sheet1!$X$2:$X$102</c:f>
              <c:numCache>
                <c:formatCode>General</c:formatCode>
                <c:ptCount val="101"/>
                <c:pt idx="0">
                  <c:v>-0.47130704038251903</c:v>
                </c:pt>
                <c:pt idx="1">
                  <c:v>-0.52464584735972097</c:v>
                </c:pt>
                <c:pt idx="2">
                  <c:v>-0.562743640229732</c:v>
                </c:pt>
                <c:pt idx="3">
                  <c:v>-0.61460089596239398</c:v>
                </c:pt>
                <c:pt idx="4">
                  <c:v>-0.65401587975944497</c:v>
                </c:pt>
                <c:pt idx="5">
                  <c:v>-0.66884110299587995</c:v>
                </c:pt>
                <c:pt idx="6">
                  <c:v>-0.67308880442676</c:v>
                </c:pt>
                <c:pt idx="7">
                  <c:v>-0.67582522525925304</c:v>
                </c:pt>
                <c:pt idx="8">
                  <c:v>-0.67793427199801204</c:v>
                </c:pt>
                <c:pt idx="9">
                  <c:v>-0.678823513149306</c:v>
                </c:pt>
                <c:pt idx="10">
                  <c:v>-0.67908600200513403</c:v>
                </c:pt>
                <c:pt idx="11">
                  <c:v>-0.67965243306398404</c:v>
                </c:pt>
                <c:pt idx="12">
                  <c:v>-0.68081419725383097</c:v>
                </c:pt>
                <c:pt idx="13">
                  <c:v>-0.68249628410084495</c:v>
                </c:pt>
                <c:pt idx="14">
                  <c:v>-0.68470379999257203</c:v>
                </c:pt>
                <c:pt idx="15">
                  <c:v>-0.68747123442847102</c:v>
                </c:pt>
                <c:pt idx="16">
                  <c:v>-0.69073295298862802</c:v>
                </c:pt>
                <c:pt idx="17">
                  <c:v>-0.69434795135468896</c:v>
                </c:pt>
                <c:pt idx="18">
                  <c:v>-0.69815547206582096</c:v>
                </c:pt>
                <c:pt idx="19">
                  <c:v>-0.70199274842187198</c:v>
                </c:pt>
                <c:pt idx="20">
                  <c:v>-0.70569951273986797</c:v>
                </c:pt>
                <c:pt idx="21">
                  <c:v>-0.70912331193288802</c:v>
                </c:pt>
                <c:pt idx="22">
                  <c:v>-0.71212316226888495</c:v>
                </c:pt>
                <c:pt idx="23">
                  <c:v>-0.71457413706871797</c:v>
                </c:pt>
                <c:pt idx="24">
                  <c:v>-0.71637635577160297</c:v>
                </c:pt>
                <c:pt idx="25">
                  <c:v>-0.71746593706503203</c:v>
                </c:pt>
                <c:pt idx="26">
                  <c:v>-0.71782315455371803</c:v>
                </c:pt>
                <c:pt idx="27">
                  <c:v>-0.71747513133367702</c:v>
                </c:pt>
                <c:pt idx="28">
                  <c:v>-0.71649326591960805</c:v>
                </c:pt>
                <c:pt idx="29">
                  <c:v>-0.71498674040050103</c:v>
                </c:pt>
                <c:pt idx="30">
                  <c:v>-0.71309365485225396</c:v>
                </c:pt>
                <c:pt idx="31">
                  <c:v>-0.71097107407498905</c:v>
                </c:pt>
                <c:pt idx="32">
                  <c:v>-0.70878484635981698</c:v>
                </c:pt>
                <c:pt idx="33">
                  <c:v>-0.70669958737049099</c:v>
                </c:pt>
                <c:pt idx="34">
                  <c:v>-0.70486911532382901</c:v>
                </c:pt>
                <c:pt idx="35">
                  <c:v>-0.70342779976437797</c:v>
                </c:pt>
                <c:pt idx="36">
                  <c:v>-0.70248337277105499</c:v>
                </c:pt>
                <c:pt idx="37">
                  <c:v>-0.70211158683146602</c:v>
                </c:pt>
                <c:pt idx="38">
                  <c:v>-0.70235283404548499</c:v>
                </c:pt>
                <c:pt idx="39">
                  <c:v>-0.70321063797543504</c:v>
                </c:pt>
                <c:pt idx="40">
                  <c:v>-0.70465194431515399</c:v>
                </c:pt>
                <c:pt idx="41">
                  <c:v>-0.70660911227171397</c:v>
                </c:pt>
                <c:pt idx="42">
                  <c:v>-0.70898358986425702</c:v>
                </c:pt>
                <c:pt idx="43">
                  <c:v>-0.71165118025545004</c:v>
                </c:pt>
                <c:pt idx="44">
                  <c:v>-0.71446880384128297</c:v>
                </c:pt>
                <c:pt idx="45">
                  <c:v>-0.71728271586011805</c:v>
                </c:pt>
                <c:pt idx="46">
                  <c:v>-0.719938108782333</c:v>
                </c:pt>
                <c:pt idx="47">
                  <c:v>-0.72228980827852296</c:v>
                </c:pt>
                <c:pt idx="48">
                  <c:v>-0.72421336717916796</c:v>
                </c:pt>
                <c:pt idx="49">
                  <c:v>-0.72561541252296902</c:v>
                </c:pt>
                <c:pt idx="50">
                  <c:v>-0.72644181849351597</c:v>
                </c:pt>
                <c:pt idx="51">
                  <c:v>-0.72668236011708198</c:v>
                </c:pt>
                <c:pt idx="52">
                  <c:v>-0.72637099055583099</c:v>
                </c:pt>
                <c:pt idx="53">
                  <c:v>-0.72558163130912101</c:v>
                </c:pt>
                <c:pt idx="54">
                  <c:v>-0.72442012400001399</c:v>
                </c:pt>
                <c:pt idx="55">
                  <c:v>-0.72301355550144597</c:v>
                </c:pt>
                <c:pt idx="56">
                  <c:v>-0.721498437578042</c:v>
                </c:pt>
                <c:pt idx="57">
                  <c:v>-0.72000920099629095</c:v>
                </c:pt>
                <c:pt idx="58">
                  <c:v>-0.718668208986181</c:v>
                </c:pt>
                <c:pt idx="59">
                  <c:v>-0.71757808858050298</c:v>
                </c:pt>
                <c:pt idx="60">
                  <c:v>-0.71681671682512804</c:v>
                </c:pt>
                <c:pt idx="61">
                  <c:v>-0.71643478271129801</c:v>
                </c:pt>
                <c:pt idx="62">
                  <c:v>-0.71645555860855803</c:v>
                </c:pt>
                <c:pt idx="63">
                  <c:v>-0.71687637837307805</c:v>
                </c:pt>
                <c:pt idx="64">
                  <c:v>-0.71767132332163497</c:v>
                </c:pt>
                <c:pt idx="65">
                  <c:v>-0.71879466810747705</c:v>
                </c:pt>
                <c:pt idx="66">
                  <c:v>-0.72018479504723099</c:v>
                </c:pt>
                <c:pt idx="67">
                  <c:v>-0.72176836965879698</c:v>
                </c:pt>
                <c:pt idx="68">
                  <c:v>-0.72346464009851696</c:v>
                </c:pt>
                <c:pt idx="69">
                  <c:v>-0.72518976612702402</c:v>
                </c:pt>
                <c:pt idx="70">
                  <c:v>-0.72686108571100805</c:v>
                </c:pt>
                <c:pt idx="71">
                  <c:v>-0.72840121142515801</c:v>
                </c:pt>
                <c:pt idx="72">
                  <c:v>-0.72974182803951504</c:v>
                </c:pt>
                <c:pt idx="73">
                  <c:v>-0.73082704257882103</c:v>
                </c:pt>
                <c:pt idx="74">
                  <c:v>-0.73161612882304405</c:v>
                </c:pt>
                <c:pt idx="75">
                  <c:v>-0.73208551577414704</c:v>
                </c:pt>
                <c:pt idx="76">
                  <c:v>-0.73222989568718899</c:v>
                </c:pt>
                <c:pt idx="77">
                  <c:v>-0.73206236661089397</c:v>
                </c:pt>
                <c:pt idx="78">
                  <c:v>-0.731613574533311</c:v>
                </c:pt>
                <c:pt idx="79">
                  <c:v>-0.73092987300355405</c:v>
                </c:pt>
                <c:pt idx="80">
                  <c:v>-0.730070572361596</c:v>
                </c:pt>
                <c:pt idx="81">
                  <c:v>-0.72910440546805</c:v>
                </c:pt>
                <c:pt idx="82">
                  <c:v>-0.72810539396890195</c:v>
                </c:pt>
                <c:pt idx="83">
                  <c:v>-0.72714835363008101</c:v>
                </c:pt>
                <c:pt idx="84">
                  <c:v>-0.72630432131219502</c:v>
                </c:pt>
                <c:pt idx="85">
                  <c:v>-0.725636207391122</c:v>
                </c:pt>
                <c:pt idx="86">
                  <c:v>-0.72519496771640302</c:v>
                </c:pt>
                <c:pt idx="87">
                  <c:v>-0.72501654792180403</c:v>
                </c:pt>
                <c:pt idx="88">
                  <c:v>-0.72511979728582998</c:v>
                </c:pt>
                <c:pt idx="89">
                  <c:v>-0.72550547386253705</c:v>
                </c:pt>
                <c:pt idx="90">
                  <c:v>-0.72615639332341597</c:v>
                </c:pt>
                <c:pt idx="91">
                  <c:v>-0.72703871336842096</c:v>
                </c:pt>
                <c:pt idx="92">
                  <c:v>-0.72810427096711505</c:v>
                </c:pt>
                <c:pt idx="93">
                  <c:v>-0.72929383247761004</c:v>
                </c:pt>
                <c:pt idx="94">
                  <c:v>-0.73054106015850795</c:v>
                </c:pt>
                <c:pt idx="95">
                  <c:v>-0.73177695040729196</c:v>
                </c:pt>
                <c:pt idx="96">
                  <c:v>-0.73293445934753898</c:v>
                </c:pt>
                <c:pt idx="97">
                  <c:v>-0.73395300045342005</c:v>
                </c:pt>
                <c:pt idx="98">
                  <c:v>-0.73478248501122501</c:v>
                </c:pt>
                <c:pt idx="99">
                  <c:v>-0.73538659067660395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BAC-4160-989E-663A2FA314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-0.4"/>
          <c:min val="-0.8"/>
        </c:scaling>
        <c:delete val="0"/>
        <c:axPos val="l"/>
        <c:numFmt formatCode="General" sourceLinked="1"/>
        <c:majorTickMark val="in"/>
        <c:minorTickMark val="none"/>
        <c:tickLblPos val="none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0.1"/>
      </c:valAx>
    </c:plotArea>
    <c:legend>
      <c:legendPos val="b"/>
      <c:layout>
        <c:manualLayout>
          <c:xMode val="edge"/>
          <c:yMode val="edge"/>
          <c:x val="0"/>
          <c:y val="2.1126420834976036E-2"/>
          <c:w val="0.97681984863673754"/>
          <c:h val="0.938053009017821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12471318741072E-2"/>
          <c:y val="0.50893196542868691"/>
          <c:w val="0.486034316813722"/>
          <c:h val="0.36105330395901503"/>
        </c:manualLayout>
      </c:layout>
      <c:lineChart>
        <c:grouping val="standard"/>
        <c:varyColors val="0"/>
        <c:ser>
          <c:idx val="3"/>
          <c:order val="0"/>
          <c:tx>
            <c:v>penalty-5 iters</c:v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Sheet1!$E$2:$E$323</c:f>
              <c:numCache>
                <c:formatCode>General</c:formatCode>
                <c:ptCount val="322"/>
                <c:pt idx="0">
                  <c:v>-2.5210034545140036E-3</c:v>
                </c:pt>
                <c:pt idx="1">
                  <c:v>-4.5851184083269825E-3</c:v>
                </c:pt>
                <c:pt idx="2">
                  <c:v>-6.8525738901950017E-3</c:v>
                </c:pt>
                <c:pt idx="3">
                  <c:v>-9.0958149885869699E-3</c:v>
                </c:pt>
                <c:pt idx="4">
                  <c:v>-1.1393724237312997E-2</c:v>
                </c:pt>
                <c:pt idx="5">
                  <c:v>-1.3578784487396967E-2</c:v>
                </c:pt>
                <c:pt idx="6">
                  <c:v>-1.5768650222394986E-2</c:v>
                </c:pt>
                <c:pt idx="7">
                  <c:v>-1.7878803658452957E-2</c:v>
                </c:pt>
                <c:pt idx="8">
                  <c:v>-1.9945000532086976E-2</c:v>
                </c:pt>
                <c:pt idx="9">
                  <c:v>-2.2081584226116002E-2</c:v>
                </c:pt>
                <c:pt idx="10">
                  <c:v>-2.4094728309226987E-2</c:v>
                </c:pt>
                <c:pt idx="11">
                  <c:v>-2.618192195082697E-2</c:v>
                </c:pt>
                <c:pt idx="12">
                  <c:v>-2.823772296863597E-2</c:v>
                </c:pt>
                <c:pt idx="13">
                  <c:v>-3.0274803747997958E-2</c:v>
                </c:pt>
                <c:pt idx="14">
                  <c:v>-3.2361038780801987E-2</c:v>
                </c:pt>
                <c:pt idx="15">
                  <c:v>-3.4386141075955001E-2</c:v>
                </c:pt>
                <c:pt idx="16">
                  <c:v>-3.639578599050397E-2</c:v>
                </c:pt>
                <c:pt idx="17">
                  <c:v>-3.8440415096526959E-2</c:v>
                </c:pt>
                <c:pt idx="18">
                  <c:v>-4.041850045075096E-2</c:v>
                </c:pt>
                <c:pt idx="19">
                  <c:v>-4.2417662606762996E-2</c:v>
                </c:pt>
                <c:pt idx="20">
                  <c:v>-4.4400900055344972E-2</c:v>
                </c:pt>
                <c:pt idx="21">
                  <c:v>-4.6264269160185001E-2</c:v>
                </c:pt>
                <c:pt idx="22">
                  <c:v>-4.832061076618499E-2</c:v>
                </c:pt>
                <c:pt idx="23">
                  <c:v>-5.0242685090090999E-2</c:v>
                </c:pt>
                <c:pt idx="24">
                  <c:v>-5.2310426026917989E-2</c:v>
                </c:pt>
                <c:pt idx="25">
                  <c:v>-5.4066466503469968E-2</c:v>
                </c:pt>
                <c:pt idx="26">
                  <c:v>-5.6081976404000977E-2</c:v>
                </c:pt>
                <c:pt idx="27">
                  <c:v>-5.7954208459467971E-2</c:v>
                </c:pt>
                <c:pt idx="28">
                  <c:v>-6.0057439569796978E-2</c:v>
                </c:pt>
                <c:pt idx="29">
                  <c:v>-6.1953356339583987E-2</c:v>
                </c:pt>
                <c:pt idx="30">
                  <c:v>-6.3760979174341981E-2</c:v>
                </c:pt>
                <c:pt idx="31">
                  <c:v>-6.5602986619604009E-2</c:v>
                </c:pt>
                <c:pt idx="32">
                  <c:v>-6.7448288708545967E-2</c:v>
                </c:pt>
                <c:pt idx="33">
                  <c:v>-6.9252932603271977E-2</c:v>
                </c:pt>
                <c:pt idx="34">
                  <c:v>-7.1054057658184011E-2</c:v>
                </c:pt>
                <c:pt idx="35">
                  <c:v>-7.2948338040351002E-2</c:v>
                </c:pt>
                <c:pt idx="36">
                  <c:v>-7.4773974873581006E-2</c:v>
                </c:pt>
                <c:pt idx="37">
                  <c:v>-7.6577526028131004E-2</c:v>
                </c:pt>
                <c:pt idx="38">
                  <c:v>-7.8453735225562982E-2</c:v>
                </c:pt>
                <c:pt idx="39">
                  <c:v>-8.0147569975049959E-2</c:v>
                </c:pt>
                <c:pt idx="40">
                  <c:v>-8.1922462086672976E-2</c:v>
                </c:pt>
                <c:pt idx="41">
                  <c:v>-8.361623373160898E-2</c:v>
                </c:pt>
                <c:pt idx="42">
                  <c:v>-8.5418964302489964E-2</c:v>
                </c:pt>
                <c:pt idx="43">
                  <c:v>-8.7195366370912963E-2</c:v>
                </c:pt>
                <c:pt idx="44">
                  <c:v>-8.8901407199376004E-2</c:v>
                </c:pt>
                <c:pt idx="45">
                  <c:v>-9.0588158839493005E-2</c:v>
                </c:pt>
                <c:pt idx="46">
                  <c:v>-9.2226041347464982E-2</c:v>
                </c:pt>
                <c:pt idx="47">
                  <c:v>-9.3844370365535001E-2</c:v>
                </c:pt>
                <c:pt idx="48">
                  <c:v>-9.5522901012885963E-2</c:v>
                </c:pt>
                <c:pt idx="49">
                  <c:v>-9.7105229700845008E-2</c:v>
                </c:pt>
                <c:pt idx="50">
                  <c:v>-9.8691400595581957E-2</c:v>
                </c:pt>
                <c:pt idx="51">
                  <c:v>-0.10020426274226696</c:v>
                </c:pt>
                <c:pt idx="52">
                  <c:v>-0.10179205035720196</c:v>
                </c:pt>
                <c:pt idx="53">
                  <c:v>-0.103284443658545</c:v>
                </c:pt>
                <c:pt idx="54">
                  <c:v>-0.10478955677423296</c:v>
                </c:pt>
                <c:pt idx="55">
                  <c:v>-0.10631750058745398</c:v>
                </c:pt>
                <c:pt idx="56">
                  <c:v>-0.10786744049438296</c:v>
                </c:pt>
                <c:pt idx="57">
                  <c:v>-0.10926030771269296</c:v>
                </c:pt>
                <c:pt idx="58">
                  <c:v>-0.11079722750593196</c:v>
                </c:pt>
                <c:pt idx="59">
                  <c:v>-0.11233067438489697</c:v>
                </c:pt>
                <c:pt idx="60">
                  <c:v>-0.113839032820018</c:v>
                </c:pt>
                <c:pt idx="61">
                  <c:v>-0.11530268738618898</c:v>
                </c:pt>
                <c:pt idx="62">
                  <c:v>-0.116789926656163</c:v>
                </c:pt>
                <c:pt idx="63">
                  <c:v>-0.11820856440432598</c:v>
                </c:pt>
                <c:pt idx="64">
                  <c:v>-0.11963823330005496</c:v>
                </c:pt>
                <c:pt idx="65">
                  <c:v>-0.12106027612755499</c:v>
                </c:pt>
                <c:pt idx="66">
                  <c:v>-0.122546136425152</c:v>
                </c:pt>
                <c:pt idx="67">
                  <c:v>-0.123876089085311</c:v>
                </c:pt>
                <c:pt idx="68">
                  <c:v>-0.12532108277105497</c:v>
                </c:pt>
                <c:pt idx="69">
                  <c:v>-0.12661876424072199</c:v>
                </c:pt>
                <c:pt idx="70">
                  <c:v>-0.12801176984921497</c:v>
                </c:pt>
                <c:pt idx="71">
                  <c:v>-0.12938265562428097</c:v>
                </c:pt>
                <c:pt idx="72">
                  <c:v>-0.13066491671212499</c:v>
                </c:pt>
                <c:pt idx="73">
                  <c:v>-0.13198910335952396</c:v>
                </c:pt>
                <c:pt idx="74">
                  <c:v>-0.13328829176837198</c:v>
                </c:pt>
                <c:pt idx="75">
                  <c:v>-0.13458334421676998</c:v>
                </c:pt>
                <c:pt idx="76">
                  <c:v>-0.135833903309938</c:v>
                </c:pt>
                <c:pt idx="77">
                  <c:v>-0.13712011116387901</c:v>
                </c:pt>
                <c:pt idx="78">
                  <c:v>-0.138381761110623</c:v>
                </c:pt>
                <c:pt idx="79">
                  <c:v>-0.13972828849215896</c:v>
                </c:pt>
                <c:pt idx="80">
                  <c:v>-0.14115950260785098</c:v>
                </c:pt>
                <c:pt idx="81">
                  <c:v>-0.14233881686052596</c:v>
                </c:pt>
                <c:pt idx="82">
                  <c:v>-0.14356042461088797</c:v>
                </c:pt>
                <c:pt idx="83">
                  <c:v>-0.144699162383566</c:v>
                </c:pt>
                <c:pt idx="84">
                  <c:v>-0.14589293248866797</c:v>
                </c:pt>
                <c:pt idx="85">
                  <c:v>-0.14705390779358396</c:v>
                </c:pt>
                <c:pt idx="86">
                  <c:v>-0.14810922274420896</c:v>
                </c:pt>
                <c:pt idx="87">
                  <c:v>-0.14928112725357301</c:v>
                </c:pt>
                <c:pt idx="88">
                  <c:v>-0.15039298260842499</c:v>
                </c:pt>
                <c:pt idx="89">
                  <c:v>-0.1516525369815</c:v>
                </c:pt>
                <c:pt idx="90">
                  <c:v>-0.15280338448544101</c:v>
                </c:pt>
                <c:pt idx="91">
                  <c:v>-0.15394677194010697</c:v>
                </c:pt>
                <c:pt idx="92">
                  <c:v>-0.15504527911647997</c:v>
                </c:pt>
                <c:pt idx="93">
                  <c:v>-0.15633859461878696</c:v>
                </c:pt>
                <c:pt idx="94">
                  <c:v>-0.15743114439093597</c:v>
                </c:pt>
                <c:pt idx="95">
                  <c:v>-0.15841517952613299</c:v>
                </c:pt>
                <c:pt idx="96">
                  <c:v>-0.15946208070901596</c:v>
                </c:pt>
                <c:pt idx="97">
                  <c:v>-0.16049846358762099</c:v>
                </c:pt>
                <c:pt idx="98">
                  <c:v>-0.16142106853924199</c:v>
                </c:pt>
                <c:pt idx="99">
                  <c:v>-0.16233229513909597</c:v>
                </c:pt>
                <c:pt idx="100">
                  <c:v>-0.163320909915455</c:v>
                </c:pt>
                <c:pt idx="101">
                  <c:v>-0.16424024343142396</c:v>
                </c:pt>
                <c:pt idx="102">
                  <c:v>-0.16526151364262398</c:v>
                </c:pt>
                <c:pt idx="103">
                  <c:v>-0.16617997575386101</c:v>
                </c:pt>
                <c:pt idx="104">
                  <c:v>-0.16708895018395298</c:v>
                </c:pt>
                <c:pt idx="105">
                  <c:v>-0.16798438590745496</c:v>
                </c:pt>
                <c:pt idx="106">
                  <c:v>-0.168853935940525</c:v>
                </c:pt>
                <c:pt idx="107">
                  <c:v>-0.16976706457343499</c:v>
                </c:pt>
                <c:pt idx="108">
                  <c:v>-0.17064046756636503</c:v>
                </c:pt>
                <c:pt idx="109">
                  <c:v>-0.17165844931127999</c:v>
                </c:pt>
                <c:pt idx="110">
                  <c:v>-0.17254580352992394</c:v>
                </c:pt>
                <c:pt idx="111">
                  <c:v>-0.173358046003599</c:v>
                </c:pt>
                <c:pt idx="112">
                  <c:v>-0.17420380147945896</c:v>
                </c:pt>
                <c:pt idx="113">
                  <c:v>-0.17498516256586999</c:v>
                </c:pt>
                <c:pt idx="114">
                  <c:v>-0.17574182081360595</c:v>
                </c:pt>
                <c:pt idx="115">
                  <c:v>-0.17651281984986295</c:v>
                </c:pt>
                <c:pt idx="116">
                  <c:v>-0.177360328729882</c:v>
                </c:pt>
                <c:pt idx="117">
                  <c:v>-0.17824721527035498</c:v>
                </c:pt>
                <c:pt idx="118">
                  <c:v>-0.17897114464271896</c:v>
                </c:pt>
                <c:pt idx="119">
                  <c:v>-0.17974842172266997</c:v>
                </c:pt>
                <c:pt idx="120">
                  <c:v>-0.18042653609764497</c:v>
                </c:pt>
                <c:pt idx="121">
                  <c:v>-0.18116975073646896</c:v>
                </c:pt>
                <c:pt idx="122">
                  <c:v>-0.18185305832433701</c:v>
                </c:pt>
                <c:pt idx="123">
                  <c:v>-0.18250159613889699</c:v>
                </c:pt>
                <c:pt idx="124">
                  <c:v>-0.183304245830957</c:v>
                </c:pt>
                <c:pt idx="125">
                  <c:v>-0.18393948308546099</c:v>
                </c:pt>
                <c:pt idx="126">
                  <c:v>-0.18459083583526298</c:v>
                </c:pt>
                <c:pt idx="127">
                  <c:v>-0.18536855239370004</c:v>
                </c:pt>
                <c:pt idx="128">
                  <c:v>-0.18610570842449298</c:v>
                </c:pt>
                <c:pt idx="129">
                  <c:v>-0.18671704019978302</c:v>
                </c:pt>
                <c:pt idx="130">
                  <c:v>-0.18739876998698696</c:v>
                </c:pt>
                <c:pt idx="131">
                  <c:v>-0.18804586827683395</c:v>
                </c:pt>
                <c:pt idx="132">
                  <c:v>-0.18870357992423398</c:v>
                </c:pt>
                <c:pt idx="133">
                  <c:v>-0.18932713178213995</c:v>
                </c:pt>
                <c:pt idx="134">
                  <c:v>-0.18999218282468494</c:v>
                </c:pt>
                <c:pt idx="135">
                  <c:v>-0.19061982756410994</c:v>
                </c:pt>
                <c:pt idx="136">
                  <c:v>-0.19122817104370299</c:v>
                </c:pt>
                <c:pt idx="137">
                  <c:v>-0.19186229539073002</c:v>
                </c:pt>
                <c:pt idx="138">
                  <c:v>-0.19229889929119898</c:v>
                </c:pt>
                <c:pt idx="139">
                  <c:v>-0.19281516974007601</c:v>
                </c:pt>
                <c:pt idx="140">
                  <c:v>-0.19330869505728093</c:v>
                </c:pt>
                <c:pt idx="141">
                  <c:v>-0.19378292379408296</c:v>
                </c:pt>
                <c:pt idx="142">
                  <c:v>-0.19435366624466793</c:v>
                </c:pt>
                <c:pt idx="143">
                  <c:v>-0.19488011634382901</c:v>
                </c:pt>
                <c:pt idx="144">
                  <c:v>-0.19544706508209203</c:v>
                </c:pt>
                <c:pt idx="145">
                  <c:v>-0.19598940754060895</c:v>
                </c:pt>
                <c:pt idx="146">
                  <c:v>-0.19651920122368</c:v>
                </c:pt>
                <c:pt idx="147">
                  <c:v>-0.19698293550940399</c:v>
                </c:pt>
                <c:pt idx="148">
                  <c:v>-0.19736385439986298</c:v>
                </c:pt>
                <c:pt idx="149">
                  <c:v>-0.19785096026493404</c:v>
                </c:pt>
                <c:pt idx="150">
                  <c:v>-0.19825960998734099</c:v>
                </c:pt>
                <c:pt idx="151">
                  <c:v>-0.19861647950153699</c:v>
                </c:pt>
                <c:pt idx="152">
                  <c:v>-0.19899940570368396</c:v>
                </c:pt>
                <c:pt idx="153">
                  <c:v>-0.19934428959290601</c:v>
                </c:pt>
                <c:pt idx="154">
                  <c:v>-0.19965756059809397</c:v>
                </c:pt>
                <c:pt idx="155">
                  <c:v>-0.20002179904127998</c:v>
                </c:pt>
                <c:pt idx="156">
                  <c:v>-0.20036467394378693</c:v>
                </c:pt>
                <c:pt idx="157">
                  <c:v>-0.20063014943006302</c:v>
                </c:pt>
                <c:pt idx="158">
                  <c:v>-0.20091497643574402</c:v>
                </c:pt>
                <c:pt idx="159">
                  <c:v>-0.20119624280214393</c:v>
                </c:pt>
                <c:pt idx="160">
                  <c:v>-0.20144868967916002</c:v>
                </c:pt>
                <c:pt idx="161">
                  <c:v>-0.20170661150647701</c:v>
                </c:pt>
                <c:pt idx="162">
                  <c:v>-0.20194147213618002</c:v>
                </c:pt>
                <c:pt idx="163">
                  <c:v>-0.20217483426250799</c:v>
                </c:pt>
                <c:pt idx="164">
                  <c:v>-0.20241949535502896</c:v>
                </c:pt>
                <c:pt idx="165">
                  <c:v>-0.20263388914672703</c:v>
                </c:pt>
                <c:pt idx="166">
                  <c:v>-0.20283979183773199</c:v>
                </c:pt>
                <c:pt idx="167">
                  <c:v>-0.20301176696182194</c:v>
                </c:pt>
                <c:pt idx="168">
                  <c:v>-0.20316852382086598</c:v>
                </c:pt>
                <c:pt idx="169">
                  <c:v>-0.203313549853886</c:v>
                </c:pt>
                <c:pt idx="170">
                  <c:v>-0.20348301146493103</c:v>
                </c:pt>
                <c:pt idx="171">
                  <c:v>-0.203653089638903</c:v>
                </c:pt>
                <c:pt idx="172">
                  <c:v>-0.20380479744888497</c:v>
                </c:pt>
                <c:pt idx="173">
                  <c:v>-0.203966865271269</c:v>
                </c:pt>
                <c:pt idx="174">
                  <c:v>-0.20409870791687496</c:v>
                </c:pt>
                <c:pt idx="175">
                  <c:v>-0.20424451963066897</c:v>
                </c:pt>
                <c:pt idx="176">
                  <c:v>-0.20437791467299998</c:v>
                </c:pt>
                <c:pt idx="177">
                  <c:v>-0.20451363388555094</c:v>
                </c:pt>
                <c:pt idx="178">
                  <c:v>-0.20463262906773899</c:v>
                </c:pt>
                <c:pt idx="179">
                  <c:v>-0.20476107289282103</c:v>
                </c:pt>
                <c:pt idx="180">
                  <c:v>-0.20486139052670299</c:v>
                </c:pt>
                <c:pt idx="181">
                  <c:v>-0.20496476388273493</c:v>
                </c:pt>
                <c:pt idx="182">
                  <c:v>-0.20506651705994899</c:v>
                </c:pt>
                <c:pt idx="183">
                  <c:v>-0.20516388145468994</c:v>
                </c:pt>
                <c:pt idx="184">
                  <c:v>-0.20527221543983093</c:v>
                </c:pt>
                <c:pt idx="185">
                  <c:v>-0.20534740332711393</c:v>
                </c:pt>
                <c:pt idx="186">
                  <c:v>-0.20542781148796802</c:v>
                </c:pt>
                <c:pt idx="187">
                  <c:v>-0.20549728350215596</c:v>
                </c:pt>
                <c:pt idx="188">
                  <c:v>-0.20557916891993094</c:v>
                </c:pt>
                <c:pt idx="189">
                  <c:v>-0.20565346238337795</c:v>
                </c:pt>
                <c:pt idx="190">
                  <c:v>-0.20572312641044393</c:v>
                </c:pt>
                <c:pt idx="191">
                  <c:v>-0.20580665058403197</c:v>
                </c:pt>
                <c:pt idx="192">
                  <c:v>-0.20588720822902001</c:v>
                </c:pt>
                <c:pt idx="193">
                  <c:v>-0.20596857467819601</c:v>
                </c:pt>
                <c:pt idx="194">
                  <c:v>-0.20604300343438003</c:v>
                </c:pt>
                <c:pt idx="195">
                  <c:v>-0.20611974142843098</c:v>
                </c:pt>
                <c:pt idx="196">
                  <c:v>-0.20618766834867303</c:v>
                </c:pt>
                <c:pt idx="197">
                  <c:v>-0.20624877010749704</c:v>
                </c:pt>
                <c:pt idx="198">
                  <c:v>-0.20631724293745396</c:v>
                </c:pt>
                <c:pt idx="199">
                  <c:v>-0.20638656231510194</c:v>
                </c:pt>
                <c:pt idx="200">
                  <c:v>-0.20645068010073503</c:v>
                </c:pt>
                <c:pt idx="201">
                  <c:v>-0.20651155536873594</c:v>
                </c:pt>
                <c:pt idx="202">
                  <c:v>-0.20656776867264298</c:v>
                </c:pt>
                <c:pt idx="203">
                  <c:v>-0.20662801649672097</c:v>
                </c:pt>
                <c:pt idx="204">
                  <c:v>-0.20668175947135498</c:v>
                </c:pt>
                <c:pt idx="205">
                  <c:v>-0.20673304484492899</c:v>
                </c:pt>
                <c:pt idx="206">
                  <c:v>-0.20677997215552496</c:v>
                </c:pt>
                <c:pt idx="207">
                  <c:v>-0.20683217037466201</c:v>
                </c:pt>
                <c:pt idx="208">
                  <c:v>-0.20688496676125595</c:v>
                </c:pt>
                <c:pt idx="209">
                  <c:v>-0.20693977189243801</c:v>
                </c:pt>
                <c:pt idx="210">
                  <c:v>-0.206987246120302</c:v>
                </c:pt>
                <c:pt idx="211">
                  <c:v>-0.20703894363837999</c:v>
                </c:pt>
                <c:pt idx="212">
                  <c:v>-0.20708964296939197</c:v>
                </c:pt>
                <c:pt idx="213">
                  <c:v>-0.20714535419794194</c:v>
                </c:pt>
                <c:pt idx="214">
                  <c:v>-0.20719834721463298</c:v>
                </c:pt>
                <c:pt idx="215">
                  <c:v>-0.20724896542587795</c:v>
                </c:pt>
                <c:pt idx="216">
                  <c:v>-0.20730321798768098</c:v>
                </c:pt>
                <c:pt idx="217">
                  <c:v>-0.20735958452134401</c:v>
                </c:pt>
                <c:pt idx="218">
                  <c:v>-0.20741579869557697</c:v>
                </c:pt>
                <c:pt idx="219">
                  <c:v>-0.20747356603650796</c:v>
                </c:pt>
                <c:pt idx="220">
                  <c:v>-0.20752210014539502</c:v>
                </c:pt>
                <c:pt idx="221">
                  <c:v>-0.207573919784734</c:v>
                </c:pt>
                <c:pt idx="222">
                  <c:v>-0.20760922126326703</c:v>
                </c:pt>
                <c:pt idx="223">
                  <c:v>-0.20765467560510203</c:v>
                </c:pt>
                <c:pt idx="224">
                  <c:v>-0.20770585435764394</c:v>
                </c:pt>
                <c:pt idx="225">
                  <c:v>-0.20775640588445804</c:v>
                </c:pt>
                <c:pt idx="226">
                  <c:v>-0.20781198352045199</c:v>
                </c:pt>
                <c:pt idx="227">
                  <c:v>-0.207864543098568</c:v>
                </c:pt>
                <c:pt idx="228">
                  <c:v>-0.20791997908152698</c:v>
                </c:pt>
                <c:pt idx="229">
                  <c:v>-0.20796278596974999</c:v>
                </c:pt>
                <c:pt idx="230">
                  <c:v>-0.20800895296067495</c:v>
                </c:pt>
                <c:pt idx="231">
                  <c:v>-0.20805017564348299</c:v>
                </c:pt>
                <c:pt idx="232">
                  <c:v>-0.20809892219217402</c:v>
                </c:pt>
                <c:pt idx="233">
                  <c:v>-0.20813958883329303</c:v>
                </c:pt>
                <c:pt idx="234">
                  <c:v>-0.20818618672104</c:v>
                </c:pt>
                <c:pt idx="235">
                  <c:v>-0.208222933967872</c:v>
                </c:pt>
                <c:pt idx="236">
                  <c:v>-0.20825928039478897</c:v>
                </c:pt>
                <c:pt idx="237">
                  <c:v>-0.20829357599758996</c:v>
                </c:pt>
                <c:pt idx="238">
                  <c:v>-0.20833565366969803</c:v>
                </c:pt>
                <c:pt idx="239">
                  <c:v>-0.20838804944210904</c:v>
                </c:pt>
                <c:pt idx="240">
                  <c:v>-0.20843626808891197</c:v>
                </c:pt>
                <c:pt idx="241">
                  <c:v>-0.20848769697050301</c:v>
                </c:pt>
                <c:pt idx="242">
                  <c:v>-0.208535441219247</c:v>
                </c:pt>
                <c:pt idx="243">
                  <c:v>-0.20858108503945899</c:v>
                </c:pt>
                <c:pt idx="244">
                  <c:v>-0.20861451685911997</c:v>
                </c:pt>
                <c:pt idx="245">
                  <c:v>-0.20865569244238696</c:v>
                </c:pt>
                <c:pt idx="246">
                  <c:v>-0.20870576808124602</c:v>
                </c:pt>
                <c:pt idx="247">
                  <c:v>-0.20874751593706403</c:v>
                </c:pt>
                <c:pt idx="248">
                  <c:v>-0.20879937969615697</c:v>
                </c:pt>
                <c:pt idx="249">
                  <c:v>-0.208845118060419</c:v>
                </c:pt>
                <c:pt idx="250">
                  <c:v>-0.20887987086806298</c:v>
                </c:pt>
                <c:pt idx="251">
                  <c:v>-0.20892271694943404</c:v>
                </c:pt>
                <c:pt idx="252">
                  <c:v>-0.20896137215000793</c:v>
                </c:pt>
                <c:pt idx="253">
                  <c:v>-0.20900268407732098</c:v>
                </c:pt>
                <c:pt idx="254">
                  <c:v>-0.20904460837764899</c:v>
                </c:pt>
                <c:pt idx="255">
                  <c:v>-0.209081869006082</c:v>
                </c:pt>
                <c:pt idx="256">
                  <c:v>-0.20911450819405103</c:v>
                </c:pt>
                <c:pt idx="257">
                  <c:v>-0.20915430215555703</c:v>
                </c:pt>
                <c:pt idx="258">
                  <c:v>-0.20919180813676103</c:v>
                </c:pt>
                <c:pt idx="259">
                  <c:v>-0.20923549211473996</c:v>
                </c:pt>
                <c:pt idx="260">
                  <c:v>-0.20926678227019796</c:v>
                </c:pt>
                <c:pt idx="261">
                  <c:v>-0.20929717154229194</c:v>
                </c:pt>
                <c:pt idx="262">
                  <c:v>-0.20932929490222202</c:v>
                </c:pt>
                <c:pt idx="263">
                  <c:v>-0.20936843958942902</c:v>
                </c:pt>
                <c:pt idx="264">
                  <c:v>-0.20940528987913304</c:v>
                </c:pt>
                <c:pt idx="265">
                  <c:v>-0.20944855149617597</c:v>
                </c:pt>
                <c:pt idx="266">
                  <c:v>-0.20948839996410901</c:v>
                </c:pt>
                <c:pt idx="267">
                  <c:v>-0.20952567301003994</c:v>
                </c:pt>
                <c:pt idx="268">
                  <c:v>-0.20956459995130899</c:v>
                </c:pt>
                <c:pt idx="269">
                  <c:v>-0.20960087908354302</c:v>
                </c:pt>
                <c:pt idx="270">
                  <c:v>-0.20964124723525995</c:v>
                </c:pt>
                <c:pt idx="271">
                  <c:v>-0.20968674774263002</c:v>
                </c:pt>
                <c:pt idx="272">
                  <c:v>-0.20972767515804397</c:v>
                </c:pt>
                <c:pt idx="273">
                  <c:v>-0.20977753664004301</c:v>
                </c:pt>
                <c:pt idx="274">
                  <c:v>-0.20982036991203196</c:v>
                </c:pt>
                <c:pt idx="275">
                  <c:v>-0.209855954341092</c:v>
                </c:pt>
                <c:pt idx="276">
                  <c:v>-0.20989585857454202</c:v>
                </c:pt>
                <c:pt idx="277">
                  <c:v>-0.20993815664230903</c:v>
                </c:pt>
                <c:pt idx="278">
                  <c:v>-0.20997298115856694</c:v>
                </c:pt>
                <c:pt idx="279">
                  <c:v>-0.21001699094096299</c:v>
                </c:pt>
                <c:pt idx="280">
                  <c:v>-0.21005517626637499</c:v>
                </c:pt>
                <c:pt idx="281">
                  <c:v>-0.21009055920967196</c:v>
                </c:pt>
                <c:pt idx="282">
                  <c:v>-0.21012504451497799</c:v>
                </c:pt>
                <c:pt idx="283">
                  <c:v>-0.210158086214905</c:v>
                </c:pt>
                <c:pt idx="284">
                  <c:v>-0.21019615428732502</c:v>
                </c:pt>
                <c:pt idx="285">
                  <c:v>-0.21023295441241102</c:v>
                </c:pt>
                <c:pt idx="286">
                  <c:v>-0.21027170803441603</c:v>
                </c:pt>
                <c:pt idx="287">
                  <c:v>-0.21030935125886602</c:v>
                </c:pt>
                <c:pt idx="288">
                  <c:v>-0.21034846855356298</c:v>
                </c:pt>
                <c:pt idx="289">
                  <c:v>-0.21038509507555797</c:v>
                </c:pt>
                <c:pt idx="290">
                  <c:v>-0.21042519992501002</c:v>
                </c:pt>
                <c:pt idx="291">
                  <c:v>-0.21046424606540398</c:v>
                </c:pt>
                <c:pt idx="292">
                  <c:v>-0.21050229496095602</c:v>
                </c:pt>
                <c:pt idx="293">
                  <c:v>-0.21053419113603894</c:v>
                </c:pt>
                <c:pt idx="294">
                  <c:v>-0.21056268536251793</c:v>
                </c:pt>
                <c:pt idx="295">
                  <c:v>-0.21059000761866603</c:v>
                </c:pt>
                <c:pt idx="296">
                  <c:v>-0.21061911934169403</c:v>
                </c:pt>
                <c:pt idx="297">
                  <c:v>-0.21065536077304697</c:v>
                </c:pt>
                <c:pt idx="298">
                  <c:v>-0.21068890205313801</c:v>
                </c:pt>
                <c:pt idx="299">
                  <c:v>-0.21072504569195699</c:v>
                </c:pt>
                <c:pt idx="300">
                  <c:v>-0.21075898920294395</c:v>
                </c:pt>
                <c:pt idx="301">
                  <c:v>-0.21079534539267503</c:v>
                </c:pt>
                <c:pt idx="302">
                  <c:v>-0.21082272592326495</c:v>
                </c:pt>
                <c:pt idx="303">
                  <c:v>-0.21085889618952097</c:v>
                </c:pt>
                <c:pt idx="304">
                  <c:v>-0.21089211841448302</c:v>
                </c:pt>
                <c:pt idx="305">
                  <c:v>-0.21093031548595703</c:v>
                </c:pt>
                <c:pt idx="306">
                  <c:v>-0.21096968631796004</c:v>
                </c:pt>
                <c:pt idx="307">
                  <c:v>-0.21100513767721102</c:v>
                </c:pt>
                <c:pt idx="308">
                  <c:v>-0.21104251779954702</c:v>
                </c:pt>
                <c:pt idx="309">
                  <c:v>-0.21107902362328895</c:v>
                </c:pt>
                <c:pt idx="310">
                  <c:v>-0.21110814277658402</c:v>
                </c:pt>
                <c:pt idx="311">
                  <c:v>-0.21113655712338902</c:v>
                </c:pt>
                <c:pt idx="312">
                  <c:v>-0.21116438512301999</c:v>
                </c:pt>
                <c:pt idx="313">
                  <c:v>-0.21119711503359301</c:v>
                </c:pt>
                <c:pt idx="314">
                  <c:v>-0.21122895478514897</c:v>
                </c:pt>
                <c:pt idx="315">
                  <c:v>-0.21125743171505201</c:v>
                </c:pt>
                <c:pt idx="316">
                  <c:v>-0.21128583698518094</c:v>
                </c:pt>
                <c:pt idx="317">
                  <c:v>-0.21131573711124502</c:v>
                </c:pt>
                <c:pt idx="318">
                  <c:v>-0.21134171356106496</c:v>
                </c:pt>
                <c:pt idx="319">
                  <c:v>-0.21136869350280502</c:v>
                </c:pt>
                <c:pt idx="320">
                  <c:v>-0.21139518338217195</c:v>
                </c:pt>
                <c:pt idx="321">
                  <c:v>-0.21142301737978503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E2-4639-9A35-33D83E9ADEC7}"/>
            </c:ext>
          </c:extLst>
        </c:ser>
        <c:ser>
          <c:idx val="0"/>
          <c:order val="1"/>
          <c:tx>
            <c:v>penalty-100 iters</c:v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val>
            <c:numRef>
              <c:f>Sheet1!$J$2:$J$323</c:f>
              <c:numCache>
                <c:formatCode>General</c:formatCode>
                <c:ptCount val="322"/>
                <c:pt idx="0">
                  <c:v>-2.5210034545140036E-3</c:v>
                </c:pt>
                <c:pt idx="1">
                  <c:v>-3.886217882965598E-2</c:v>
                </c:pt>
                <c:pt idx="2">
                  <c:v>-7.7921876814966984E-2</c:v>
                </c:pt>
                <c:pt idx="3">
                  <c:v>-0.11436492077035698</c:v>
                </c:pt>
                <c:pt idx="4">
                  <c:v>-0.14495550478546598</c:v>
                </c:pt>
                <c:pt idx="5">
                  <c:v>-0.17181337821802495</c:v>
                </c:pt>
                <c:pt idx="6">
                  <c:v>-0.19044984543023896</c:v>
                </c:pt>
                <c:pt idx="7">
                  <c:v>-0.20394796381379804</c:v>
                </c:pt>
                <c:pt idx="8">
                  <c:v>-0.21126440002121799</c:v>
                </c:pt>
                <c:pt idx="9">
                  <c:v>-0.21312363786923899</c:v>
                </c:pt>
                <c:pt idx="10">
                  <c:v>-0.211722382894102</c:v>
                </c:pt>
                <c:pt idx="11">
                  <c:v>-0.209484916575361</c:v>
                </c:pt>
                <c:pt idx="12">
                  <c:v>-0.20806472879377297</c:v>
                </c:pt>
                <c:pt idx="13">
                  <c:v>-0.20809542662618902</c:v>
                </c:pt>
                <c:pt idx="14">
                  <c:v>-0.20926087870563298</c:v>
                </c:pt>
                <c:pt idx="15">
                  <c:v>-0.21087955717322598</c:v>
                </c:pt>
                <c:pt idx="16">
                  <c:v>-0.21235485797703896</c:v>
                </c:pt>
                <c:pt idx="17">
                  <c:v>-0.21335766782461302</c:v>
                </c:pt>
                <c:pt idx="18">
                  <c:v>-0.21387746202251195</c:v>
                </c:pt>
                <c:pt idx="19">
                  <c:v>-0.214206413088945</c:v>
                </c:pt>
                <c:pt idx="20">
                  <c:v>-0.21448164685076293</c:v>
                </c:pt>
                <c:pt idx="21">
                  <c:v>-0.21484761520718093</c:v>
                </c:pt>
                <c:pt idx="22">
                  <c:v>-0.21531625630429901</c:v>
                </c:pt>
                <c:pt idx="23">
                  <c:v>-0.21582175958778799</c:v>
                </c:pt>
                <c:pt idx="24">
                  <c:v>-0.21635279283161196</c:v>
                </c:pt>
                <c:pt idx="25">
                  <c:v>-0.21689435073836799</c:v>
                </c:pt>
                <c:pt idx="26">
                  <c:v>-0.21747202497240098</c:v>
                </c:pt>
                <c:pt idx="27">
                  <c:v>-0.217999073630119</c:v>
                </c:pt>
                <c:pt idx="28">
                  <c:v>-0.21849895612891895</c:v>
                </c:pt>
                <c:pt idx="29">
                  <c:v>-0.21903638831205102</c:v>
                </c:pt>
                <c:pt idx="30">
                  <c:v>-0.21954163175859404</c:v>
                </c:pt>
                <c:pt idx="31">
                  <c:v>-0.22001691490797498</c:v>
                </c:pt>
                <c:pt idx="32">
                  <c:v>-0.22048643064061596</c:v>
                </c:pt>
                <c:pt idx="33">
                  <c:v>-0.22097628915977602</c:v>
                </c:pt>
                <c:pt idx="34">
                  <c:v>-0.22153084402859297</c:v>
                </c:pt>
                <c:pt idx="35">
                  <c:v>-0.22217086034387995</c:v>
                </c:pt>
                <c:pt idx="36">
                  <c:v>-0.22287195604993798</c:v>
                </c:pt>
                <c:pt idx="37">
                  <c:v>-0.22355129844285698</c:v>
                </c:pt>
                <c:pt idx="38">
                  <c:v>-0.22420968528236201</c:v>
                </c:pt>
                <c:pt idx="39">
                  <c:v>-0.22489638235773296</c:v>
                </c:pt>
                <c:pt idx="40">
                  <c:v>-0.225575216378812</c:v>
                </c:pt>
                <c:pt idx="41">
                  <c:v>-0.22617990450459996</c:v>
                </c:pt>
                <c:pt idx="42">
                  <c:v>-0.22671275319284695</c:v>
                </c:pt>
                <c:pt idx="43">
                  <c:v>-0.22725177920730993</c:v>
                </c:pt>
                <c:pt idx="44">
                  <c:v>-0.22782656183058897</c:v>
                </c:pt>
                <c:pt idx="45">
                  <c:v>-0.22843245807185902</c:v>
                </c:pt>
                <c:pt idx="46">
                  <c:v>-0.229049251945941</c:v>
                </c:pt>
                <c:pt idx="47">
                  <c:v>-0.22967275295403994</c:v>
                </c:pt>
                <c:pt idx="48">
                  <c:v>-0.23033525461305498</c:v>
                </c:pt>
                <c:pt idx="49">
                  <c:v>-0.23097915631634297</c:v>
                </c:pt>
                <c:pt idx="50">
                  <c:v>-0.23157191022178797</c:v>
                </c:pt>
                <c:pt idx="51">
                  <c:v>-0.23211539213845495</c:v>
                </c:pt>
                <c:pt idx="52">
                  <c:v>-0.23262178784839599</c:v>
                </c:pt>
                <c:pt idx="53">
                  <c:v>-0.23317187533656797</c:v>
                </c:pt>
                <c:pt idx="54">
                  <c:v>-0.23376226786653803</c:v>
                </c:pt>
                <c:pt idx="55">
                  <c:v>-0.23431154803396798</c:v>
                </c:pt>
                <c:pt idx="56">
                  <c:v>-0.23482109451912797</c:v>
                </c:pt>
                <c:pt idx="57">
                  <c:v>-0.23530189405395602</c:v>
                </c:pt>
                <c:pt idx="58">
                  <c:v>-0.23577931958978299</c:v>
                </c:pt>
                <c:pt idx="59">
                  <c:v>-0.23622652226232993</c:v>
                </c:pt>
                <c:pt idx="60">
                  <c:v>-0.23669871039664397</c:v>
                </c:pt>
                <c:pt idx="61">
                  <c:v>-0.23724969634173093</c:v>
                </c:pt>
                <c:pt idx="62">
                  <c:v>-0.23787103038199903</c:v>
                </c:pt>
                <c:pt idx="63">
                  <c:v>-0.23848613989456297</c:v>
                </c:pt>
                <c:pt idx="64">
                  <c:v>-0.23903369582957495</c:v>
                </c:pt>
                <c:pt idx="65">
                  <c:v>-0.23950340522100094</c:v>
                </c:pt>
                <c:pt idx="66">
                  <c:v>-0.23996119482511596</c:v>
                </c:pt>
                <c:pt idx="67">
                  <c:v>-0.24043527602735099</c:v>
                </c:pt>
                <c:pt idx="68">
                  <c:v>-0.24091575002290494</c:v>
                </c:pt>
                <c:pt idx="69">
                  <c:v>-0.24138232462450199</c:v>
                </c:pt>
                <c:pt idx="70">
                  <c:v>-0.24183264910656294</c:v>
                </c:pt>
                <c:pt idx="71">
                  <c:v>-0.24226507114041501</c:v>
                </c:pt>
                <c:pt idx="72">
                  <c:v>-0.242674624168916</c:v>
                </c:pt>
                <c:pt idx="73">
                  <c:v>-0.24306660299231903</c:v>
                </c:pt>
                <c:pt idx="74">
                  <c:v>-0.24344910979851603</c:v>
                </c:pt>
                <c:pt idx="75">
                  <c:v>-0.24383048741672203</c:v>
                </c:pt>
                <c:pt idx="76">
                  <c:v>-0.24420668388443595</c:v>
                </c:pt>
                <c:pt idx="77">
                  <c:v>-0.24456883842977301</c:v>
                </c:pt>
                <c:pt idx="78">
                  <c:v>-0.244906342414764</c:v>
                </c:pt>
                <c:pt idx="79">
                  <c:v>-0.24520949309525603</c:v>
                </c:pt>
                <c:pt idx="80">
                  <c:v>-0.24547149696081899</c:v>
                </c:pt>
                <c:pt idx="81">
                  <c:v>-0.24568921774835401</c:v>
                </c:pt>
                <c:pt idx="82">
                  <c:v>-0.24586212437751204</c:v>
                </c:pt>
                <c:pt idx="83">
                  <c:v>-0.24599092888345803</c:v>
                </c:pt>
                <c:pt idx="84">
                  <c:v>-0.24607654075912794</c:v>
                </c:pt>
                <c:pt idx="85">
                  <c:v>-0.24611962901855194</c:v>
                </c:pt>
                <c:pt idx="86">
                  <c:v>-0.24612067311507496</c:v>
                </c:pt>
                <c:pt idx="87">
                  <c:v>-0.24608019926193397</c:v>
                </c:pt>
                <c:pt idx="88">
                  <c:v>-0.245999010274708</c:v>
                </c:pt>
                <c:pt idx="89">
                  <c:v>-0.24587832285731998</c:v>
                </c:pt>
                <c:pt idx="90">
                  <c:v>-0.24571983463917196</c:v>
                </c:pt>
                <c:pt idx="91">
                  <c:v>-0.24552577765479294</c:v>
                </c:pt>
                <c:pt idx="92">
                  <c:v>-0.24529896975844795</c:v>
                </c:pt>
                <c:pt idx="93">
                  <c:v>-0.24504287859518098</c:v>
                </c:pt>
                <c:pt idx="94">
                  <c:v>-0.24476165333790095</c:v>
                </c:pt>
                <c:pt idx="95">
                  <c:v>-0.24445990136615298</c:v>
                </c:pt>
                <c:pt idx="96">
                  <c:v>-0.24414257367562003</c:v>
                </c:pt>
                <c:pt idx="97">
                  <c:v>-0.24381499294857295</c:v>
                </c:pt>
                <c:pt idx="98">
                  <c:v>-0.24348229465608301</c:v>
                </c:pt>
                <c:pt idx="99">
                  <c:v>-0.24314990870038594</c:v>
                </c:pt>
                <c:pt idx="100">
                  <c:v>-0.24282325302458801</c:v>
                </c:pt>
                <c:pt idx="101">
                  <c:v>-0.24250806870506697</c:v>
                </c:pt>
                <c:pt idx="102">
                  <c:v>-0.24220971311220901</c:v>
                </c:pt>
                <c:pt idx="103">
                  <c:v>-0.24193296665024894</c:v>
                </c:pt>
                <c:pt idx="104">
                  <c:v>-0.24168197289891596</c:v>
                </c:pt>
                <c:pt idx="105">
                  <c:v>-0.24146021268483303</c:v>
                </c:pt>
                <c:pt idx="106">
                  <c:v>-0.24127058160717002</c:v>
                </c:pt>
                <c:pt idx="107">
                  <c:v>-0.24111547286416796</c:v>
                </c:pt>
                <c:pt idx="108">
                  <c:v>-0.24099678259278295</c:v>
                </c:pt>
                <c:pt idx="109">
                  <c:v>-0.24091587326291902</c:v>
                </c:pt>
                <c:pt idx="110">
                  <c:v>-0.24087352418504199</c:v>
                </c:pt>
                <c:pt idx="111">
                  <c:v>-0.240869897885504</c:v>
                </c:pt>
                <c:pt idx="112">
                  <c:v>-0.240904534645561</c:v>
                </c:pt>
                <c:pt idx="113">
                  <c:v>-0.24097637239751896</c:v>
                </c:pt>
                <c:pt idx="114">
                  <c:v>-0.24108378215089393</c:v>
                </c:pt>
                <c:pt idx="115">
                  <c:v>-0.241224608415535</c:v>
                </c:pt>
                <c:pt idx="116">
                  <c:v>-0.24139620760007602</c:v>
                </c:pt>
                <c:pt idx="117">
                  <c:v>-0.24159549846637901</c:v>
                </c:pt>
                <c:pt idx="118">
                  <c:v>-0.24181897046586204</c:v>
                </c:pt>
                <c:pt idx="119">
                  <c:v>-0.24206277342883104</c:v>
                </c:pt>
                <c:pt idx="120">
                  <c:v>-0.24232275661434594</c:v>
                </c:pt>
                <c:pt idx="121">
                  <c:v>-0.24259454265761599</c:v>
                </c:pt>
                <c:pt idx="122">
                  <c:v>-0.24287358170738099</c:v>
                </c:pt>
                <c:pt idx="123">
                  <c:v>-0.243155221190754</c:v>
                </c:pt>
                <c:pt idx="124">
                  <c:v>-0.24343477311604195</c:v>
                </c:pt>
                <c:pt idx="125">
                  <c:v>-0.24370761113723399</c:v>
                </c:pt>
                <c:pt idx="126">
                  <c:v>-0.243969256590364</c:v>
                </c:pt>
                <c:pt idx="127">
                  <c:v>-0.24421553678476199</c:v>
                </c:pt>
                <c:pt idx="128">
                  <c:v>-0.24444249605952501</c:v>
                </c:pt>
                <c:pt idx="129">
                  <c:v>-0.24464666111413197</c:v>
                </c:pt>
                <c:pt idx="130">
                  <c:v>-0.24482501475417001</c:v>
                </c:pt>
                <c:pt idx="131">
                  <c:v>-0.24497509380794297</c:v>
                </c:pt>
                <c:pt idx="132">
                  <c:v>-0.24509498156190296</c:v>
                </c:pt>
                <c:pt idx="133">
                  <c:v>-0.24518331798516796</c:v>
                </c:pt>
                <c:pt idx="134">
                  <c:v>-0.24523929975941</c:v>
                </c:pt>
                <c:pt idx="135">
                  <c:v>-0.24526268344118202</c:v>
                </c:pt>
                <c:pt idx="136">
                  <c:v>-0.24525377984679902</c:v>
                </c:pt>
                <c:pt idx="137">
                  <c:v>-0.24521343739108098</c:v>
                </c:pt>
                <c:pt idx="138">
                  <c:v>-0.24514301037565495</c:v>
                </c:pt>
                <c:pt idx="139">
                  <c:v>-0.24504431634753093</c:v>
                </c:pt>
                <c:pt idx="140">
                  <c:v>-0.24491958371613304</c:v>
                </c:pt>
                <c:pt idx="141">
                  <c:v>-0.24477139659045294</c:v>
                </c:pt>
                <c:pt idx="142">
                  <c:v>-0.24460263648314601</c:v>
                </c:pt>
                <c:pt idx="143">
                  <c:v>-0.24441642975522399</c:v>
                </c:pt>
                <c:pt idx="144">
                  <c:v>-0.244216086221482</c:v>
                </c:pt>
                <c:pt idx="145">
                  <c:v>-0.24400504786551297</c:v>
                </c:pt>
                <c:pt idx="146">
                  <c:v>-0.24378682244384903</c:v>
                </c:pt>
                <c:pt idx="147">
                  <c:v>-0.24356493600448098</c:v>
                </c:pt>
                <c:pt idx="148">
                  <c:v>-0.24334287846877695</c:v>
                </c:pt>
                <c:pt idx="149">
                  <c:v>-0.24312405180657498</c:v>
                </c:pt>
                <c:pt idx="150">
                  <c:v>-0.24291172927364296</c:v>
                </c:pt>
                <c:pt idx="151">
                  <c:v>-0.242709008433247</c:v>
                </c:pt>
                <c:pt idx="152">
                  <c:v>-0.24251876821650903</c:v>
                </c:pt>
                <c:pt idx="153">
                  <c:v>-0.24234364131092795</c:v>
                </c:pt>
                <c:pt idx="154">
                  <c:v>-0.24218597550398696</c:v>
                </c:pt>
                <c:pt idx="155">
                  <c:v>-0.24204781243543899</c:v>
                </c:pt>
                <c:pt idx="156">
                  <c:v>-0.24193086540959202</c:v>
                </c:pt>
                <c:pt idx="157">
                  <c:v>-0.24183650371345095</c:v>
                </c:pt>
                <c:pt idx="158">
                  <c:v>-0.24176574289933001</c:v>
                </c:pt>
                <c:pt idx="159">
                  <c:v>-0.24171923713576399</c:v>
                </c:pt>
                <c:pt idx="160">
                  <c:v>-0.24169727745633901</c:v>
                </c:pt>
                <c:pt idx="161">
                  <c:v>-0.24169979294585903</c:v>
                </c:pt>
                <c:pt idx="162">
                  <c:v>-0.24172635874068799</c:v>
                </c:pt>
                <c:pt idx="163">
                  <c:v>-0.24177620543793893</c:v>
                </c:pt>
                <c:pt idx="164">
                  <c:v>-0.24184823606432299</c:v>
                </c:pt>
                <c:pt idx="165">
                  <c:v>-0.24194104474305794</c:v>
                </c:pt>
                <c:pt idx="166">
                  <c:v>-0.24205294056082899</c:v>
                </c:pt>
                <c:pt idx="167">
                  <c:v>-0.24218197229729393</c:v>
                </c:pt>
                <c:pt idx="168">
                  <c:v>-0.242325960628401</c:v>
                </c:pt>
                <c:pt idx="169">
                  <c:v>-0.24248252819789401</c:v>
                </c:pt>
                <c:pt idx="170">
                  <c:v>-0.24264913516303294</c:v>
                </c:pt>
                <c:pt idx="171">
                  <c:v>-0.24282311584664401</c:v>
                </c:pt>
                <c:pt idx="172">
                  <c:v>-0.24300172682668902</c:v>
                </c:pt>
                <c:pt idx="173">
                  <c:v>-0.24318218056768698</c:v>
                </c:pt>
                <c:pt idx="174">
                  <c:v>-0.24336168221091198</c:v>
                </c:pt>
                <c:pt idx="175">
                  <c:v>-0.24353747089466998</c:v>
                </c:pt>
                <c:pt idx="176">
                  <c:v>-0.24370686964714</c:v>
                </c:pt>
                <c:pt idx="177">
                  <c:v>-0.24386732731712396</c:v>
                </c:pt>
                <c:pt idx="178">
                  <c:v>-0.24401644607470502</c:v>
                </c:pt>
                <c:pt idx="179">
                  <c:v>-0.244152029421768</c:v>
                </c:pt>
                <c:pt idx="180">
                  <c:v>-0.24427211414819</c:v>
                </c:pt>
                <c:pt idx="181">
                  <c:v>-0.24437499836970994</c:v>
                </c:pt>
                <c:pt idx="182">
                  <c:v>-0.24445926722010997</c:v>
                </c:pt>
                <c:pt idx="183">
                  <c:v>-0.24452381158306297</c:v>
                </c:pt>
                <c:pt idx="184">
                  <c:v>-0.24456784565193396</c:v>
                </c:pt>
                <c:pt idx="185">
                  <c:v>-0.24459091757358703</c:v>
                </c:pt>
                <c:pt idx="186">
                  <c:v>-0.24459291422426394</c:v>
                </c:pt>
                <c:pt idx="187">
                  <c:v>-0.24457406257797304</c:v>
                </c:pt>
                <c:pt idx="188">
                  <c:v>-0.24453492256745996</c:v>
                </c:pt>
                <c:pt idx="189">
                  <c:v>-0.24447637571624697</c:v>
                </c:pt>
                <c:pt idx="190">
                  <c:v>-0.24439960663932497</c:v>
                </c:pt>
                <c:pt idx="191">
                  <c:v>-0.24430608091525302</c:v>
                </c:pt>
                <c:pt idx="192">
                  <c:v>-0.24419751820511398</c:v>
                </c:pt>
                <c:pt idx="193">
                  <c:v>-0.24407586139681098</c:v>
                </c:pt>
                <c:pt idx="194">
                  <c:v>-0.24394324032171794</c:v>
                </c:pt>
                <c:pt idx="195">
                  <c:v>-0.24380193647803999</c:v>
                </c:pt>
                <c:pt idx="196">
                  <c:v>-0.24365434148220194</c:v>
                </c:pt>
                <c:pt idx="197">
                  <c:v>-0.24350291653663797</c:v>
                </c:pt>
                <c:pt idx="198">
                  <c:v>-0.24335015054097803</c:v>
                </c:pt>
                <c:pt idx="199">
                  <c:v>-0.24319851748765303</c:v>
                </c:pt>
                <c:pt idx="200">
                  <c:v>-0.24305043511969199</c:v>
                </c:pt>
                <c:pt idx="201">
                  <c:v>-0.24290822637299497</c:v>
                </c:pt>
                <c:pt idx="202">
                  <c:v>-0.24277408127052497</c:v>
                </c:pt>
                <c:pt idx="203">
                  <c:v>-0.242650024826843</c:v>
                </c:pt>
                <c:pt idx="204">
                  <c:v>-0.24253788400476101</c:v>
                </c:pt>
                <c:pt idx="205">
                  <c:v>-0.24243926184013603</c:v>
                </c:pt>
                <c:pt idx="206">
                  <c:v>-0.24235551602142297</c:v>
                </c:pt>
                <c:pt idx="207">
                  <c:v>-0.24228774076798903</c:v>
                </c:pt>
                <c:pt idx="208">
                  <c:v>-0.24223675331952293</c:v>
                </c:pt>
                <c:pt idx="209">
                  <c:v>-0.24220308640774196</c:v>
                </c:pt>
                <c:pt idx="210">
                  <c:v>-0.24218698483736595</c:v>
                </c:pt>
                <c:pt idx="211">
                  <c:v>-0.24218840617792298</c:v>
                </c:pt>
                <c:pt idx="212">
                  <c:v>-0.24220702956603096</c:v>
                </c:pt>
                <c:pt idx="213">
                  <c:v>-0.24224226352280503</c:v>
                </c:pt>
                <c:pt idx="214">
                  <c:v>-0.24229326194736794</c:v>
                </c:pt>
                <c:pt idx="215">
                  <c:v>-0.24235894321295098</c:v>
                </c:pt>
                <c:pt idx="216">
                  <c:v>-0.24243801176199903</c:v>
                </c:pt>
                <c:pt idx="217">
                  <c:v>-0.24252898284320595</c:v>
                </c:pt>
                <c:pt idx="218">
                  <c:v>-0.24263020904718696</c:v>
                </c:pt>
                <c:pt idx="219">
                  <c:v>-0.242739911409173</c:v>
                </c:pt>
                <c:pt idx="220">
                  <c:v>-0.24285620833312699</c:v>
                </c:pt>
                <c:pt idx="221">
                  <c:v>-0.24297714793507003</c:v>
                </c:pt>
                <c:pt idx="222">
                  <c:v>-0.24310074192240799</c:v>
                </c:pt>
                <c:pt idx="223">
                  <c:v>-0.243224995199602</c:v>
                </c:pt>
                <c:pt idx="224">
                  <c:v>-0.24334794028374601</c:v>
                </c:pt>
                <c:pt idx="225">
                  <c:v>-0.24346766633744094</c:v>
                </c:pt>
                <c:pt idx="226">
                  <c:v>-0.24358234901909298</c:v>
                </c:pt>
                <c:pt idx="227">
                  <c:v>-0.24369027557830997</c:v>
                </c:pt>
                <c:pt idx="228">
                  <c:v>-0.24378987018721093</c:v>
                </c:pt>
                <c:pt idx="229">
                  <c:v>-0.24387971662182201</c:v>
                </c:pt>
                <c:pt idx="230">
                  <c:v>-0.24395857807826898</c:v>
                </c:pt>
                <c:pt idx="231">
                  <c:v>-0.24402541263432304</c:v>
                </c:pt>
                <c:pt idx="232">
                  <c:v>-0.24407938546797397</c:v>
                </c:pt>
                <c:pt idx="233">
                  <c:v>-0.24411987767367899</c:v>
                </c:pt>
                <c:pt idx="234">
                  <c:v>-0.24414649107258196</c:v>
                </c:pt>
                <c:pt idx="235">
                  <c:v>-0.24415904933106197</c:v>
                </c:pt>
                <c:pt idx="236">
                  <c:v>-0.24415759665734199</c:v>
                </c:pt>
                <c:pt idx="237">
                  <c:v>-0.24414239473840199</c:v>
                </c:pt>
                <c:pt idx="238">
                  <c:v>-0.24411391366583696</c:v>
                </c:pt>
                <c:pt idx="239">
                  <c:v>-0.24407281930469699</c:v>
                </c:pt>
                <c:pt idx="240">
                  <c:v>-0.24401996187202696</c:v>
                </c:pt>
                <c:pt idx="241">
                  <c:v>-0.243956358089993</c:v>
                </c:pt>
                <c:pt idx="242">
                  <c:v>-0.24388317222827</c:v>
                </c:pt>
                <c:pt idx="243">
                  <c:v>-0.24380169599796203</c:v>
                </c:pt>
                <c:pt idx="244">
                  <c:v>-0.24371332709186194</c:v>
                </c:pt>
                <c:pt idx="245">
                  <c:v>-0.24361954657439994</c:v>
                </c:pt>
                <c:pt idx="246">
                  <c:v>-0.24352189463831703</c:v>
                </c:pt>
                <c:pt idx="247">
                  <c:v>-0.24342194629791897</c:v>
                </c:pt>
                <c:pt idx="248">
                  <c:v>-0.24332128644204404</c:v>
                </c:pt>
                <c:pt idx="249">
                  <c:v>-0.243221485723572</c:v>
                </c:pt>
                <c:pt idx="250">
                  <c:v>-0.24312407692809396</c:v>
                </c:pt>
                <c:pt idx="251">
                  <c:v>-0.24303053286305604</c:v>
                </c:pt>
                <c:pt idx="252">
                  <c:v>-0.24294224459304298</c:v>
                </c:pt>
                <c:pt idx="253">
                  <c:v>-0.24286050148579302</c:v>
                </c:pt>
                <c:pt idx="254">
                  <c:v>-0.242786472936178</c:v>
                </c:pt>
                <c:pt idx="255">
                  <c:v>-0.24272119189795199</c:v>
                </c:pt>
                <c:pt idx="256">
                  <c:v>-0.24266554098975096</c:v>
                </c:pt>
                <c:pt idx="257">
                  <c:v>-0.24262024137325594</c:v>
                </c:pt>
                <c:pt idx="258">
                  <c:v>-0.24258584393548294</c:v>
                </c:pt>
                <c:pt idx="259">
                  <c:v>-0.24256272320611699</c:v>
                </c:pt>
                <c:pt idx="260">
                  <c:v>-0.24255107345275201</c:v>
                </c:pt>
                <c:pt idx="261">
                  <c:v>-0.24255090818203301</c:v>
                </c:pt>
                <c:pt idx="262">
                  <c:v>-0.242562063257795</c:v>
                </c:pt>
                <c:pt idx="263">
                  <c:v>-0.24258420010965404</c:v>
                </c:pt>
                <c:pt idx="264">
                  <c:v>-0.24261681339975699</c:v>
                </c:pt>
                <c:pt idx="265">
                  <c:v>-0.24265924171349701</c:v>
                </c:pt>
                <c:pt idx="266">
                  <c:v>-0.24271067991484002</c:v>
                </c:pt>
                <c:pt idx="267">
                  <c:v>-0.24277019343187894</c:v>
                </c:pt>
                <c:pt idx="268">
                  <c:v>-0.24283673436677494</c:v>
                </c:pt>
                <c:pt idx="269">
                  <c:v>-0.24290915860179102</c:v>
                </c:pt>
                <c:pt idx="270">
                  <c:v>-0.24298624548215902</c:v>
                </c:pt>
                <c:pt idx="271">
                  <c:v>-0.24306671745292402</c:v>
                </c:pt>
                <c:pt idx="272">
                  <c:v>-0.24314926112298302</c:v>
                </c:pt>
                <c:pt idx="273">
                  <c:v>-0.24323254859132598</c:v>
                </c:pt>
                <c:pt idx="274">
                  <c:v>-0.24331525870457499</c:v>
                </c:pt>
                <c:pt idx="275">
                  <c:v>-0.24339609761672404</c:v>
                </c:pt>
                <c:pt idx="276">
                  <c:v>-0.24347381902170701</c:v>
                </c:pt>
                <c:pt idx="277">
                  <c:v>-0.24354724312277104</c:v>
                </c:pt>
                <c:pt idx="278">
                  <c:v>-0.24361527452137993</c:v>
                </c:pt>
                <c:pt idx="279">
                  <c:v>-0.24367691844198897</c:v>
                </c:pt>
                <c:pt idx="280">
                  <c:v>-0.24373129534801002</c:v>
                </c:pt>
                <c:pt idx="281">
                  <c:v>-0.24377765351516795</c:v>
                </c:pt>
                <c:pt idx="282">
                  <c:v>-0.24381537922874602</c:v>
                </c:pt>
                <c:pt idx="283">
                  <c:v>-0.24384400475933193</c:v>
                </c:pt>
                <c:pt idx="284">
                  <c:v>-0.243863213582794</c:v>
                </c:pt>
                <c:pt idx="285">
                  <c:v>-0.24387284292750994</c:v>
                </c:pt>
                <c:pt idx="286">
                  <c:v>-0.24387288517688693</c:v>
                </c:pt>
                <c:pt idx="287">
                  <c:v>-0.24386348645140593</c:v>
                </c:pt>
                <c:pt idx="288">
                  <c:v>-0.24384493993722894</c:v>
                </c:pt>
                <c:pt idx="289">
                  <c:v>-0.24381767979726293</c:v>
                </c:pt>
                <c:pt idx="290">
                  <c:v>-0.24378227261765301</c:v>
                </c:pt>
                <c:pt idx="291">
                  <c:v>-0.24373940587834902</c:v>
                </c:pt>
                <c:pt idx="292">
                  <c:v>-0.24368987527677394</c:v>
                </c:pt>
                <c:pt idx="293">
                  <c:v>-0.24363456989725402</c:v>
                </c:pt>
                <c:pt idx="294">
                  <c:v>-0.24357445692505902</c:v>
                </c:pt>
                <c:pt idx="295">
                  <c:v>-0.24351056453041603</c:v>
                </c:pt>
                <c:pt idx="296">
                  <c:v>-0.24344396455015699</c:v>
                </c:pt>
                <c:pt idx="297">
                  <c:v>-0.24337575446827103</c:v>
                </c:pt>
                <c:pt idx="298">
                  <c:v>-0.24330703949923499</c:v>
                </c:pt>
                <c:pt idx="299">
                  <c:v>-0.24323891463244102</c:v>
                </c:pt>
                <c:pt idx="300">
                  <c:v>-0.24317244716676895</c:v>
                </c:pt>
                <c:pt idx="301">
                  <c:v>-0.24310866044128293</c:v>
                </c:pt>
                <c:pt idx="302">
                  <c:v>-0.24304851819627599</c:v>
                </c:pt>
                <c:pt idx="303">
                  <c:v>-0.24299291027241804</c:v>
                </c:pt>
                <c:pt idx="304">
                  <c:v>-0.24294263959659196</c:v>
                </c:pt>
                <c:pt idx="305">
                  <c:v>-0.24289841089108494</c:v>
                </c:pt>
                <c:pt idx="306">
                  <c:v>-0.24286082159587802</c:v>
                </c:pt>
                <c:pt idx="307">
                  <c:v>-0.24283035423090199</c:v>
                </c:pt>
                <c:pt idx="308">
                  <c:v>-0.24280737031100402</c:v>
                </c:pt>
                <c:pt idx="309">
                  <c:v>-0.242792106880027</c:v>
                </c:pt>
                <c:pt idx="310">
                  <c:v>-0.24278467584819102</c:v>
                </c:pt>
                <c:pt idx="311">
                  <c:v>-0.24278506400703698</c:v>
                </c:pt>
                <c:pt idx="312">
                  <c:v>-0.24279313567514998</c:v>
                </c:pt>
                <c:pt idx="313">
                  <c:v>-0.24280863737166697</c:v>
                </c:pt>
                <c:pt idx="314">
                  <c:v>-0.24283120222578397</c:v>
                </c:pt>
                <c:pt idx="315">
                  <c:v>-0.24286035851901494</c:v>
                </c:pt>
                <c:pt idx="316">
                  <c:v>-0.24289553930331204</c:v>
                </c:pt>
                <c:pt idx="317">
                  <c:v>-0.24293609353362494</c:v>
                </c:pt>
                <c:pt idx="318">
                  <c:v>-0.24298129768544602</c:v>
                </c:pt>
                <c:pt idx="319">
                  <c:v>-0.24303036783761395</c:v>
                </c:pt>
                <c:pt idx="320">
                  <c:v>-0.24308247270482303</c:v>
                </c:pt>
                <c:pt idx="321">
                  <c:v>-0.24313674754759401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E2-4639-9A35-33D83E9ADEC7}"/>
            </c:ext>
          </c:extLst>
        </c:ser>
        <c:ser>
          <c:idx val="1"/>
          <c:order val="2"/>
          <c:tx>
            <c:v>penalty-200 iters</c:v>
          </c:tx>
          <c:spPr>
            <a:ln>
              <a:solidFill>
                <a:schemeClr val="accent6"/>
              </a:solidFill>
            </a:ln>
          </c:spPr>
          <c:marker>
            <c:symbol val="none"/>
          </c:marker>
          <c:val>
            <c:numRef>
              <c:f>Sheet1!$T$2:$T$323</c:f>
              <c:numCache>
                <c:formatCode>General</c:formatCode>
                <c:ptCount val="322"/>
                <c:pt idx="0">
                  <c:v>-2.5210034545140036E-3</c:v>
                </c:pt>
                <c:pt idx="1">
                  <c:v>-6.0075252771837007E-2</c:v>
                </c:pt>
                <c:pt idx="2">
                  <c:v>-0.12782363871382896</c:v>
                </c:pt>
                <c:pt idx="3">
                  <c:v>-0.18606587178370998</c:v>
                </c:pt>
                <c:pt idx="4">
                  <c:v>-0.22382554138650695</c:v>
                </c:pt>
                <c:pt idx="5">
                  <c:v>-0.23733981506376295</c:v>
                </c:pt>
                <c:pt idx="6">
                  <c:v>-0.23270758927790997</c:v>
                </c:pt>
                <c:pt idx="7">
                  <c:v>-0.22069083931252104</c:v>
                </c:pt>
                <c:pt idx="8">
                  <c:v>-0.20992715049360494</c:v>
                </c:pt>
                <c:pt idx="9">
                  <c:v>-0.20477461521346102</c:v>
                </c:pt>
                <c:pt idx="10">
                  <c:v>-0.20555377906427802</c:v>
                </c:pt>
                <c:pt idx="11">
                  <c:v>-0.20992948074009904</c:v>
                </c:pt>
                <c:pt idx="12">
                  <c:v>-0.21490231853139002</c:v>
                </c:pt>
                <c:pt idx="13">
                  <c:v>-0.21852827858333995</c:v>
                </c:pt>
                <c:pt idx="14">
                  <c:v>-0.22029678385796198</c:v>
                </c:pt>
                <c:pt idx="15">
                  <c:v>-0.22072239913753394</c:v>
                </c:pt>
                <c:pt idx="16">
                  <c:v>-0.22063420218394697</c:v>
                </c:pt>
                <c:pt idx="17">
                  <c:v>-0.22076335207811199</c:v>
                </c:pt>
                <c:pt idx="18">
                  <c:v>-0.22144955810846095</c:v>
                </c:pt>
                <c:pt idx="19">
                  <c:v>-0.22260411374297701</c:v>
                </c:pt>
                <c:pt idx="20">
                  <c:v>-0.22404037770413904</c:v>
                </c:pt>
                <c:pt idx="21">
                  <c:v>-0.22551561869708298</c:v>
                </c:pt>
                <c:pt idx="22">
                  <c:v>-0.22702334642431293</c:v>
                </c:pt>
                <c:pt idx="23">
                  <c:v>-0.22846931241766294</c:v>
                </c:pt>
                <c:pt idx="24">
                  <c:v>-0.22985799510237498</c:v>
                </c:pt>
                <c:pt idx="25">
                  <c:v>-0.23116865603366393</c:v>
                </c:pt>
                <c:pt idx="26">
                  <c:v>-0.23253006470925902</c:v>
                </c:pt>
                <c:pt idx="27">
                  <c:v>-0.23395797216342101</c:v>
                </c:pt>
                <c:pt idx="28">
                  <c:v>-0.23544043727311098</c:v>
                </c:pt>
                <c:pt idx="29">
                  <c:v>-0.23704267911462601</c:v>
                </c:pt>
                <c:pt idx="30">
                  <c:v>-0.238604453298426</c:v>
                </c:pt>
                <c:pt idx="31">
                  <c:v>-0.24006955253755696</c:v>
                </c:pt>
                <c:pt idx="32">
                  <c:v>-0.24143817137563001</c:v>
                </c:pt>
                <c:pt idx="33">
                  <c:v>-0.242726578600784</c:v>
                </c:pt>
                <c:pt idx="34">
                  <c:v>-0.24394800157317703</c:v>
                </c:pt>
                <c:pt idx="35">
                  <c:v>-0.24509684472850995</c:v>
                </c:pt>
                <c:pt idx="36">
                  <c:v>-0.24616630517289501</c:v>
                </c:pt>
                <c:pt idx="37">
                  <c:v>-0.24714233970814398</c:v>
                </c:pt>
                <c:pt idx="38">
                  <c:v>-0.24800765361786198</c:v>
                </c:pt>
                <c:pt idx="39">
                  <c:v>-0.24874952696865099</c:v>
                </c:pt>
                <c:pt idx="40">
                  <c:v>-0.24936328641989097</c:v>
                </c:pt>
                <c:pt idx="41">
                  <c:v>-0.24985144411522103</c:v>
                </c:pt>
                <c:pt idx="42">
                  <c:v>-0.25022044195715604</c:v>
                </c:pt>
                <c:pt idx="43">
                  <c:v>-0.25047728529544194</c:v>
                </c:pt>
                <c:pt idx="44">
                  <c:v>-0.25062753283204703</c:v>
                </c:pt>
                <c:pt idx="45">
                  <c:v>-0.25067487972169994</c:v>
                </c:pt>
                <c:pt idx="46">
                  <c:v>-0.25062180741231094</c:v>
                </c:pt>
                <c:pt idx="47">
                  <c:v>-0.25047058911523395</c:v>
                </c:pt>
                <c:pt idx="48">
                  <c:v>-0.25022413795070203</c:v>
                </c:pt>
                <c:pt idx="49">
                  <c:v>-0.24988648866766999</c:v>
                </c:pt>
                <c:pt idx="50">
                  <c:v>-0.24946293105213596</c:v>
                </c:pt>
                <c:pt idx="51">
                  <c:v>-0.24895992032883901</c:v>
                </c:pt>
                <c:pt idx="52">
                  <c:v>-0.24838488550072396</c:v>
                </c:pt>
                <c:pt idx="53">
                  <c:v>-0.24774606264198401</c:v>
                </c:pt>
                <c:pt idx="54">
                  <c:v>-0.247052312968635</c:v>
                </c:pt>
                <c:pt idx="55">
                  <c:v>-0.24631363794368893</c:v>
                </c:pt>
                <c:pt idx="56">
                  <c:v>-0.24553970863591495</c:v>
                </c:pt>
                <c:pt idx="57">
                  <c:v>-0.244740677145385</c:v>
                </c:pt>
                <c:pt idx="58">
                  <c:v>-0.24392902489270302</c:v>
                </c:pt>
                <c:pt idx="59">
                  <c:v>-0.24311644547828798</c:v>
                </c:pt>
                <c:pt idx="60">
                  <c:v>-0.24231484094912797</c:v>
                </c:pt>
                <c:pt idx="61">
                  <c:v>-0.24153543968949504</c:v>
                </c:pt>
                <c:pt idx="62">
                  <c:v>-0.24078924102986693</c:v>
                </c:pt>
                <c:pt idx="63">
                  <c:v>-0.24008876920233696</c:v>
                </c:pt>
                <c:pt idx="64">
                  <c:v>-0.23944564672187302</c:v>
                </c:pt>
                <c:pt idx="65">
                  <c:v>-0.238870144352269</c:v>
                </c:pt>
                <c:pt idx="66">
                  <c:v>-0.23837089821738994</c:v>
                </c:pt>
                <c:pt idx="67">
                  <c:v>-0.23795479660756697</c:v>
                </c:pt>
                <c:pt idx="68">
                  <c:v>-0.23762701097950095</c:v>
                </c:pt>
                <c:pt idx="69">
                  <c:v>-0.23739111080285097</c:v>
                </c:pt>
                <c:pt idx="70">
                  <c:v>-0.23724919641088399</c:v>
                </c:pt>
                <c:pt idx="71">
                  <c:v>-0.23720201903124599</c:v>
                </c:pt>
                <c:pt idx="72">
                  <c:v>-0.23724906789841499</c:v>
                </c:pt>
                <c:pt idx="73">
                  <c:v>-0.23738863328839394</c:v>
                </c:pt>
                <c:pt idx="74">
                  <c:v>-0.23761784782050394</c:v>
                </c:pt>
                <c:pt idx="75">
                  <c:v>-0.237932708724723</c:v>
                </c:pt>
                <c:pt idx="76">
                  <c:v>-0.23832808461539895</c:v>
                </c:pt>
                <c:pt idx="77">
                  <c:v>-0.23879771823200097</c:v>
                </c:pt>
                <c:pt idx="78">
                  <c:v>-0.23933420544066403</c:v>
                </c:pt>
                <c:pt idx="79">
                  <c:v>-0.23992902758572393</c:v>
                </c:pt>
                <c:pt idx="80">
                  <c:v>-0.24057259411099102</c:v>
                </c:pt>
                <c:pt idx="81">
                  <c:v>-0.24125434215552094</c:v>
                </c:pt>
                <c:pt idx="82">
                  <c:v>-0.24196290621493094</c:v>
                </c:pt>
                <c:pt idx="83">
                  <c:v>-0.24268622365714293</c:v>
                </c:pt>
                <c:pt idx="84">
                  <c:v>-0.24341178025538895</c:v>
                </c:pt>
                <c:pt idx="85">
                  <c:v>-0.24412706324154293</c:v>
                </c:pt>
                <c:pt idx="86">
                  <c:v>-0.24481969658219599</c:v>
                </c:pt>
                <c:pt idx="87">
                  <c:v>-0.24547783138606799</c:v>
                </c:pt>
                <c:pt idx="88">
                  <c:v>-0.24609040028585699</c:v>
                </c:pt>
                <c:pt idx="89">
                  <c:v>-0.24664735814848399</c:v>
                </c:pt>
                <c:pt idx="90">
                  <c:v>-0.24713989601776903</c:v>
                </c:pt>
                <c:pt idx="91">
                  <c:v>-0.24756061772157895</c:v>
                </c:pt>
                <c:pt idx="92">
                  <c:v>-0.24790366857595897</c:v>
                </c:pt>
                <c:pt idx="93">
                  <c:v>-0.24816480781261702</c:v>
                </c:pt>
                <c:pt idx="94">
                  <c:v>-0.24834142707122903</c:v>
                </c:pt>
                <c:pt idx="95">
                  <c:v>-0.24843252193990001</c:v>
                </c:pt>
                <c:pt idx="96">
                  <c:v>-0.24843862618796603</c:v>
                </c:pt>
                <c:pt idx="97">
                  <c:v>-0.24836171649853095</c:v>
                </c:pt>
                <c:pt idx="98">
                  <c:v>-0.24820509745764902</c:v>
                </c:pt>
                <c:pt idx="99">
                  <c:v>-0.247973274330275</c:v>
                </c:pt>
                <c:pt idx="100">
                  <c:v>-0.24767181231377594</c:v>
                </c:pt>
                <c:pt idx="101">
                  <c:v>-0.24730719319337896</c:v>
                </c:pt>
                <c:pt idx="102">
                  <c:v>-0.24688667363678202</c:v>
                </c:pt>
                <c:pt idx="103">
                  <c:v>-0.24641814017871494</c:v>
                </c:pt>
                <c:pt idx="104">
                  <c:v>-0.24590997101324502</c:v>
                </c:pt>
                <c:pt idx="105">
                  <c:v>-0.24537089965130804</c:v>
                </c:pt>
                <c:pt idx="106">
                  <c:v>-0.24480988475643201</c:v>
                </c:pt>
                <c:pt idx="107">
                  <c:v>-0.24423597864762098</c:v>
                </c:pt>
                <c:pt idx="108">
                  <c:v>-0.24365820706415303</c:v>
                </c:pt>
                <c:pt idx="109">
                  <c:v>-0.24308544506979896</c:v>
                </c:pt>
                <c:pt idx="110">
                  <c:v>-0.24252629943314802</c:v>
                </c:pt>
                <c:pt idx="111">
                  <c:v>-0.24198900065730894</c:v>
                </c:pt>
                <c:pt idx="112">
                  <c:v>-0.24148128817283293</c:v>
                </c:pt>
                <c:pt idx="113">
                  <c:v>-0.24101031952338497</c:v>
                </c:pt>
                <c:pt idx="114">
                  <c:v>-0.24058258020476303</c:v>
                </c:pt>
                <c:pt idx="115">
                  <c:v>-0.24020380518238599</c:v>
                </c:pt>
                <c:pt idx="116">
                  <c:v>-0.23987891071830098</c:v>
                </c:pt>
                <c:pt idx="117">
                  <c:v>-0.23961194001430702</c:v>
                </c:pt>
                <c:pt idx="118">
                  <c:v>-0.23940601855261595</c:v>
                </c:pt>
                <c:pt idx="119">
                  <c:v>-0.23926332061541994</c:v>
                </c:pt>
                <c:pt idx="120">
                  <c:v>-0.23918505287588804</c:v>
                </c:pt>
                <c:pt idx="121">
                  <c:v>-0.23917144717695599</c:v>
                </c:pt>
                <c:pt idx="122">
                  <c:v>-0.23922176606768802</c:v>
                </c:pt>
                <c:pt idx="123">
                  <c:v>-0.23933432246303593</c:v>
                </c:pt>
                <c:pt idx="124">
                  <c:v>-0.23950650927251399</c:v>
                </c:pt>
                <c:pt idx="125">
                  <c:v>-0.23973484290502994</c:v>
                </c:pt>
                <c:pt idx="126">
                  <c:v>-0.24001501884414395</c:v>
                </c:pt>
                <c:pt idx="127">
                  <c:v>-0.24034198032874693</c:v>
                </c:pt>
                <c:pt idx="128">
                  <c:v>-0.24070999948400301</c:v>
                </c:pt>
                <c:pt idx="129">
                  <c:v>-0.24111277016145399</c:v>
                </c:pt>
                <c:pt idx="130">
                  <c:v>-0.24154351136194302</c:v>
                </c:pt>
                <c:pt idx="131">
                  <c:v>-0.24199508025215094</c:v>
                </c:pt>
                <c:pt idx="132">
                  <c:v>-0.24246009158421294</c:v>
                </c:pt>
                <c:pt idx="133">
                  <c:v>-0.24293104159867501</c:v>
                </c:pt>
                <c:pt idx="134">
                  <c:v>-0.24340043494831803</c:v>
                </c:pt>
                <c:pt idx="135">
                  <c:v>-0.24386090920735098</c:v>
                </c:pt>
                <c:pt idx="136">
                  <c:v>-0.24430535615170795</c:v>
                </c:pt>
                <c:pt idx="137">
                  <c:v>-0.244727035681439</c:v>
                </c:pt>
                <c:pt idx="138">
                  <c:v>-0.24511968066394502</c:v>
                </c:pt>
                <c:pt idx="139">
                  <c:v>-0.24547758979009698</c:v>
                </c:pt>
                <c:pt idx="140">
                  <c:v>-0.24579570765915498</c:v>
                </c:pt>
                <c:pt idx="141">
                  <c:v>-0.24606969069190493</c:v>
                </c:pt>
                <c:pt idx="142">
                  <c:v>-0.24629595960929002</c:v>
                </c:pt>
                <c:pt idx="143">
                  <c:v>-0.24647173638741399</c:v>
                </c:pt>
                <c:pt idx="144">
                  <c:v>-0.24659506905877299</c:v>
                </c:pt>
                <c:pt idx="145">
                  <c:v>-0.24666484326003196</c:v>
                </c:pt>
                <c:pt idx="146">
                  <c:v>-0.24668078163086099</c:v>
                </c:pt>
                <c:pt idx="147">
                  <c:v>-0.24664343271795902</c:v>
                </c:pt>
                <c:pt idx="148">
                  <c:v>-0.24655414881670595</c:v>
                </c:pt>
                <c:pt idx="149">
                  <c:v>-0.24641505569498995</c:v>
                </c:pt>
                <c:pt idx="150">
                  <c:v>-0.246229011278357</c:v>
                </c:pt>
                <c:pt idx="151">
                  <c:v>-0.24599955682093394</c:v>
                </c:pt>
                <c:pt idx="152">
                  <c:v>-0.24573085717607895</c:v>
                </c:pt>
                <c:pt idx="153">
                  <c:v>-0.24542763426694897</c:v>
                </c:pt>
                <c:pt idx="154">
                  <c:v>-0.24509509204688701</c:v>
                </c:pt>
                <c:pt idx="155">
                  <c:v>-0.24473883364176902</c:v>
                </c:pt>
                <c:pt idx="156">
                  <c:v>-0.24436477144051899</c:v>
                </c:pt>
                <c:pt idx="157">
                  <c:v>-0.24397903497741497</c:v>
                </c:pt>
                <c:pt idx="158">
                  <c:v>-0.24358787034616897</c:v>
                </c:pt>
                <c:pt idx="159">
                  <c:v>-0.243197540019153</c:v>
                </c:pt>
                <c:pt idx="160">
                  <c:v>-0.24281421844118495</c:v>
                </c:pt>
                <c:pt idx="161">
                  <c:v>-0.24244389354738299</c:v>
                </c:pt>
                <c:pt idx="162">
                  <c:v>-0.24209226964678493</c:v>
                </c:pt>
                <c:pt idx="163">
                  <c:v>-0.24176467771453397</c:v>
                </c:pt>
                <c:pt idx="164">
                  <c:v>-0.24146599021266496</c:v>
                </c:pt>
                <c:pt idx="165">
                  <c:v>-0.24120054500930493</c:v>
                </c:pt>
                <c:pt idx="166">
                  <c:v>-0.240972083323504</c:v>
                </c:pt>
                <c:pt idx="167">
                  <c:v>-0.24078369449923903</c:v>
                </c:pt>
                <c:pt idx="168">
                  <c:v>-0.24063777426848804</c:v>
                </c:pt>
                <c:pt idx="169">
                  <c:v>-0.24053599844401502</c:v>
                </c:pt>
                <c:pt idx="170">
                  <c:v>-0.24047930535961398</c:v>
                </c:pt>
                <c:pt idx="171">
                  <c:v>-0.24046789348640801</c:v>
                </c:pt>
                <c:pt idx="172">
                  <c:v>-0.24050123136631302</c:v>
                </c:pt>
                <c:pt idx="173">
                  <c:v>-0.24057807755279897</c:v>
                </c:pt>
                <c:pt idx="174">
                  <c:v>-0.24069651358201199</c:v>
                </c:pt>
                <c:pt idx="175">
                  <c:v>-0.24085398604180602</c:v>
                </c:pt>
                <c:pt idx="176">
                  <c:v>-0.24104735841425501</c:v>
                </c:pt>
                <c:pt idx="177">
                  <c:v>-0.24127297155021693</c:v>
                </c:pt>
                <c:pt idx="178">
                  <c:v>-0.24152671143897403</c:v>
                </c:pt>
                <c:pt idx="179">
                  <c:v>-0.24180408311848695</c:v>
                </c:pt>
                <c:pt idx="180">
                  <c:v>-0.24210028969151803</c:v>
                </c:pt>
                <c:pt idx="181">
                  <c:v>-0.24241031427486898</c:v>
                </c:pt>
                <c:pt idx="182">
                  <c:v>-0.24272900457493002</c:v>
                </c:pt>
                <c:pt idx="183">
                  <c:v>-0.24305115820957895</c:v>
                </c:pt>
                <c:pt idx="184">
                  <c:v>-0.24337160750029602</c:v>
                </c:pt>
                <c:pt idx="185">
                  <c:v>-0.243685302013459</c:v>
                </c:pt>
                <c:pt idx="186">
                  <c:v>-0.24398738791930302</c:v>
                </c:pt>
                <c:pt idx="187">
                  <c:v>-0.24427328234200701</c:v>
                </c:pt>
                <c:pt idx="188">
                  <c:v>-0.24453874228845102</c:v>
                </c:pt>
                <c:pt idx="189">
                  <c:v>-0.24477992635532403</c:v>
                </c:pt>
                <c:pt idx="190">
                  <c:v>-0.244993448724174</c:v>
                </c:pt>
                <c:pt idx="191">
                  <c:v>-0.24517642440002102</c:v>
                </c:pt>
                <c:pt idx="192">
                  <c:v>-0.24532650510889303</c:v>
                </c:pt>
                <c:pt idx="193">
                  <c:v>-0.24544190590141596</c:v>
                </c:pt>
                <c:pt idx="194">
                  <c:v>-0.24552142202631294</c:v>
                </c:pt>
                <c:pt idx="195">
                  <c:v>-0.24556443695311397</c:v>
                </c:pt>
                <c:pt idx="196">
                  <c:v>-0.24557091641897394</c:v>
                </c:pt>
                <c:pt idx="197">
                  <c:v>-0.24554140059366197</c:v>
                </c:pt>
                <c:pt idx="198">
                  <c:v>-0.24547698220920694</c:v>
                </c:pt>
                <c:pt idx="199">
                  <c:v>-0.24537927719335401</c:v>
                </c:pt>
                <c:pt idx="200">
                  <c:v>-0.24525038952251893</c:v>
                </c:pt>
                <c:pt idx="201">
                  <c:v>-0.24509286799453495</c:v>
                </c:pt>
                <c:pt idx="202">
                  <c:v>-0.244909657525543</c:v>
                </c:pt>
                <c:pt idx="203">
                  <c:v>-0.24470404552759001</c:v>
                </c:pt>
                <c:pt idx="204">
                  <c:v>-0.24447960477727998</c:v>
                </c:pt>
                <c:pt idx="205">
                  <c:v>-0.24424013332281197</c:v>
                </c:pt>
                <c:pt idx="206">
                  <c:v>-0.24398959349133104</c:v>
                </c:pt>
                <c:pt idx="207">
                  <c:v>-0.243732045572496</c:v>
                </c:pt>
                <c:pt idx="208">
                  <c:v>-0.24347158943338193</c:v>
                </c:pt>
                <c:pt idx="209">
                  <c:v>-0.24321229840834796</c:v>
                </c:pt>
                <c:pt idx="210">
                  <c:v>-0.24295815920402702</c:v>
                </c:pt>
                <c:pt idx="211">
                  <c:v>-0.24271301618532998</c:v>
                </c:pt>
                <c:pt idx="212">
                  <c:v>-0.24248051300061596</c:v>
                </c:pt>
                <c:pt idx="213">
                  <c:v>-0.24226404287442399</c:v>
                </c:pt>
                <c:pt idx="214">
                  <c:v>-0.24206670244813794</c:v>
                </c:pt>
                <c:pt idx="215">
                  <c:v>-0.24189125112583604</c:v>
                </c:pt>
                <c:pt idx="216">
                  <c:v>-0.24174007111957102</c:v>
                </c:pt>
                <c:pt idx="217">
                  <c:v>-0.24161513904888904</c:v>
                </c:pt>
                <c:pt idx="218">
                  <c:v>-0.24151800032319598</c:v>
                </c:pt>
                <c:pt idx="219">
                  <c:v>-0.24144975212575398</c:v>
                </c:pt>
                <c:pt idx="220">
                  <c:v>-0.24141103141215098</c:v>
                </c:pt>
                <c:pt idx="221">
                  <c:v>-0.24140201165731695</c:v>
                </c:pt>
                <c:pt idx="222">
                  <c:v>-0.24142240493344197</c:v>
                </c:pt>
                <c:pt idx="223">
                  <c:v>-0.24147147274090403</c:v>
                </c:pt>
                <c:pt idx="224">
                  <c:v>-0.24154803884354498</c:v>
                </c:pt>
                <c:pt idx="225">
                  <c:v>-0.24165051603014004</c:v>
                </c:pt>
                <c:pt idx="226">
                  <c:v>-0.24177693397209593</c:v>
                </c:pt>
                <c:pt idx="227">
                  <c:v>-0.24192497419988596</c:v>
                </c:pt>
                <c:pt idx="228">
                  <c:v>-0.24209201033663202</c:v>
                </c:pt>
                <c:pt idx="229">
                  <c:v>-0.24227515282650197</c:v>
                </c:pt>
                <c:pt idx="230">
                  <c:v>-0.24247129822107999</c:v>
                </c:pt>
                <c:pt idx="231">
                  <c:v>-0.24267718007980393</c:v>
                </c:pt>
                <c:pt idx="232">
                  <c:v>-0.24288942270035502</c:v>
                </c:pt>
                <c:pt idx="233">
                  <c:v>-0.24310459724959393</c:v>
                </c:pt>
                <c:pt idx="234">
                  <c:v>-0.243319275941494</c:v>
                </c:pt>
                <c:pt idx="235">
                  <c:v>-0.24353008651346802</c:v>
                </c:pt>
                <c:pt idx="236">
                  <c:v>-0.24373376516376194</c:v>
                </c:pt>
                <c:pt idx="237">
                  <c:v>-0.24392720773519799</c:v>
                </c:pt>
                <c:pt idx="238">
                  <c:v>-0.24410751438883199</c:v>
                </c:pt>
                <c:pt idx="239">
                  <c:v>-0.244272035316696</c:v>
                </c:pt>
                <c:pt idx="240">
                  <c:v>-0.24441840871716197</c:v>
                </c:pt>
                <c:pt idx="241">
                  <c:v>-0.24454459379061894</c:v>
                </c:pt>
                <c:pt idx="242">
                  <c:v>-0.24464889782020599</c:v>
                </c:pt>
                <c:pt idx="243">
                  <c:v>-0.24472999921220001</c:v>
                </c:pt>
                <c:pt idx="244">
                  <c:v>-0.244786962681173</c:v>
                </c:pt>
                <c:pt idx="245">
                  <c:v>-0.24481924644133096</c:v>
                </c:pt>
                <c:pt idx="246">
                  <c:v>-0.24482670779752197</c:v>
                </c:pt>
                <c:pt idx="247">
                  <c:v>-0.24480959960543897</c:v>
                </c:pt>
                <c:pt idx="248">
                  <c:v>-0.24476856061723301</c:v>
                </c:pt>
                <c:pt idx="249">
                  <c:v>-0.24470460021169099</c:v>
                </c:pt>
                <c:pt idx="250">
                  <c:v>-0.24461907608767303</c:v>
                </c:pt>
                <c:pt idx="251">
                  <c:v>-0.24451366857506002</c:v>
                </c:pt>
                <c:pt idx="252">
                  <c:v>-0.24439034938018295</c:v>
                </c:pt>
                <c:pt idx="253">
                  <c:v>-0.24425134641729801</c:v>
                </c:pt>
                <c:pt idx="254">
                  <c:v>-0.24409910390969097</c:v>
                </c:pt>
                <c:pt idx="255">
                  <c:v>-0.243936239714519</c:v>
                </c:pt>
                <c:pt idx="256">
                  <c:v>-0.24376550211363296</c:v>
                </c:pt>
                <c:pt idx="257">
                  <c:v>-0.24358972233492399</c:v>
                </c:pt>
                <c:pt idx="258">
                  <c:v>-0.24341176717229401</c:v>
                </c:pt>
                <c:pt idx="259">
                  <c:v>-0.24323449241885003</c:v>
                </c:pt>
                <c:pt idx="260">
                  <c:v>-0.24306069749106601</c:v>
                </c:pt>
                <c:pt idx="261">
                  <c:v>-0.24289308034081397</c:v>
                </c:pt>
                <c:pt idx="262">
                  <c:v>-0.24273419687100301</c:v>
                </c:pt>
                <c:pt idx="263">
                  <c:v>-0.242586420696766</c:v>
                </c:pt>
                <c:pt idx="264">
                  <c:v>-0.24245190865779803</c:v>
                </c:pt>
                <c:pt idx="265">
                  <c:v>-0.24233256979369194</c:v>
                </c:pt>
                <c:pt idx="266">
                  <c:v>-0.24223003941127602</c:v>
                </c:pt>
                <c:pt idx="267">
                  <c:v>-0.24214565755811696</c:v>
                </c:pt>
                <c:pt idx="268">
                  <c:v>-0.24208045397933103</c:v>
                </c:pt>
                <c:pt idx="269">
                  <c:v>-0.24203513593939702</c:v>
                </c:pt>
                <c:pt idx="270">
                  <c:v>-0.24201008427683796</c:v>
                </c:pt>
                <c:pt idx="271">
                  <c:v>-0.24200535318129895</c:v>
                </c:pt>
                <c:pt idx="272">
                  <c:v>-0.24202067583453196</c:v>
                </c:pt>
                <c:pt idx="273">
                  <c:v>-0.24205547441604797</c:v>
                </c:pt>
                <c:pt idx="274">
                  <c:v>-0.24210887546033494</c:v>
                </c:pt>
                <c:pt idx="275">
                  <c:v>-0.24217972597221998</c:v>
                </c:pt>
                <c:pt idx="276">
                  <c:v>-0.24226662040882502</c:v>
                </c:pt>
                <c:pt idx="277">
                  <c:v>-0.24236792653310296</c:v>
                </c:pt>
                <c:pt idx="278">
                  <c:v>-0.24248181502947203</c:v>
                </c:pt>
                <c:pt idx="279">
                  <c:v>-0.24260629108457693</c:v>
                </c:pt>
                <c:pt idx="280">
                  <c:v>-0.24273922874326598</c:v>
                </c:pt>
                <c:pt idx="281">
                  <c:v>-0.24287840603199701</c:v>
                </c:pt>
                <c:pt idx="282">
                  <c:v>-0.24302154152532901</c:v>
                </c:pt>
                <c:pt idx="283">
                  <c:v>-0.24316633119121794</c:v>
                </c:pt>
                <c:pt idx="284">
                  <c:v>-0.24331048456593701</c:v>
                </c:pt>
                <c:pt idx="285">
                  <c:v>-0.24345175941490699</c:v>
                </c:pt>
                <c:pt idx="286">
                  <c:v>-0.24358799690932004</c:v>
                </c:pt>
                <c:pt idx="287">
                  <c:v>-0.24371715232379193</c:v>
                </c:pt>
                <c:pt idx="288">
                  <c:v>-0.24383732497962202</c:v>
                </c:pt>
                <c:pt idx="289">
                  <c:v>-0.24394678566122002</c:v>
                </c:pt>
                <c:pt idx="290">
                  <c:v>-0.24404400011279298</c:v>
                </c:pt>
                <c:pt idx="291">
                  <c:v>-0.24412764938646397</c:v>
                </c:pt>
                <c:pt idx="292">
                  <c:v>-0.24419664707838901</c:v>
                </c:pt>
                <c:pt idx="293">
                  <c:v>-0.24425015322092497</c:v>
                </c:pt>
                <c:pt idx="294">
                  <c:v>-0.24428757918178196</c:v>
                </c:pt>
                <c:pt idx="295">
                  <c:v>-0.24430859577941694</c:v>
                </c:pt>
                <c:pt idx="296">
                  <c:v>-0.24431313457818798</c:v>
                </c:pt>
                <c:pt idx="297">
                  <c:v>-0.24430138402101603</c:v>
                </c:pt>
                <c:pt idx="298">
                  <c:v>-0.24427378210828493</c:v>
                </c:pt>
                <c:pt idx="299">
                  <c:v>-0.244231006062474</c:v>
                </c:pt>
                <c:pt idx="300">
                  <c:v>-0.24417395788609803</c:v>
                </c:pt>
                <c:pt idx="301">
                  <c:v>-0.24410374690596298</c:v>
                </c:pt>
                <c:pt idx="302">
                  <c:v>-0.24402166999300295</c:v>
                </c:pt>
                <c:pt idx="303">
                  <c:v>-0.24392918944901504</c:v>
                </c:pt>
                <c:pt idx="304">
                  <c:v>-0.243827906737422</c:v>
                </c:pt>
                <c:pt idx="305">
                  <c:v>-0.24371953722384704</c:v>
                </c:pt>
                <c:pt idx="306">
                  <c:v>-0.24360588013130496</c:v>
                </c:pt>
                <c:pt idx="307">
                  <c:v>-0.24348879033749998</c:v>
                </c:pt>
                <c:pt idx="308">
                  <c:v>-0.24337015000316603</c:v>
                </c:pt>
                <c:pt idx="309">
                  <c:v>-0.24325183691005597</c:v>
                </c:pt>
                <c:pt idx="310">
                  <c:v>-0.24313569648110595</c:v>
                </c:pt>
                <c:pt idx="311">
                  <c:v>-0.24302351315090803</c:v>
                </c:pt>
                <c:pt idx="312">
                  <c:v>-0.24291698291492797</c:v>
                </c:pt>
                <c:pt idx="313">
                  <c:v>-0.24281768972242795</c:v>
                </c:pt>
                <c:pt idx="314">
                  <c:v>-0.24272708101352197</c:v>
                </c:pt>
                <c:pt idx="315">
                  <c:v>-0.24264644727456203</c:v>
                </c:pt>
                <c:pt idx="316">
                  <c:v>-0.24257690383364799</c:v>
                </c:pt>
                <c:pt idx="317">
                  <c:v>-0.24251937598036294</c:v>
                </c:pt>
                <c:pt idx="318">
                  <c:v>-0.24247458675998895</c:v>
                </c:pt>
                <c:pt idx="319">
                  <c:v>-0.242443048970786</c:v>
                </c:pt>
                <c:pt idx="320">
                  <c:v>-0.24242505921257901</c:v>
                </c:pt>
                <c:pt idx="321">
                  <c:v>-0.24242069660377502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E2-4639-9A35-33D83E9ADEC7}"/>
            </c:ext>
          </c:extLst>
        </c:ser>
        <c:ser>
          <c:idx val="2"/>
          <c:order val="3"/>
          <c:tx>
            <c:v>penalty-400 iters</c:v>
          </c:tx>
          <c:spPr>
            <a:ln>
              <a:solidFill>
                <a:srgbClr val="7030A0"/>
              </a:solidFill>
            </a:ln>
          </c:spPr>
          <c:marker>
            <c:symbol val="none"/>
          </c:marker>
          <c:val>
            <c:numRef>
              <c:f>Sheet1!$W$2:$W$323</c:f>
              <c:numCache>
                <c:formatCode>General</c:formatCode>
                <c:ptCount val="322"/>
                <c:pt idx="0">
                  <c:v>-2.5210034545140036E-3</c:v>
                </c:pt>
                <c:pt idx="1">
                  <c:v>-6.9373720232896008E-2</c:v>
                </c:pt>
                <c:pt idx="2">
                  <c:v>-0.16108537590858696</c:v>
                </c:pt>
                <c:pt idx="3">
                  <c:v>-0.23190956966292003</c:v>
                </c:pt>
                <c:pt idx="4">
                  <c:v>-0.26062748787062301</c:v>
                </c:pt>
                <c:pt idx="5">
                  <c:v>-0.25476726254016097</c:v>
                </c:pt>
                <c:pt idx="6">
                  <c:v>-0.23349417589709504</c:v>
                </c:pt>
                <c:pt idx="7">
                  <c:v>-0.21358738403555394</c:v>
                </c:pt>
                <c:pt idx="8">
                  <c:v>-0.20404531466714898</c:v>
                </c:pt>
                <c:pt idx="9">
                  <c:v>-0.20560717099081099</c:v>
                </c:pt>
                <c:pt idx="10">
                  <c:v>-0.21399370772085896</c:v>
                </c:pt>
                <c:pt idx="11">
                  <c:v>-0.22362022320727698</c:v>
                </c:pt>
                <c:pt idx="12">
                  <c:v>-0.23073516931467603</c:v>
                </c:pt>
                <c:pt idx="13">
                  <c:v>-0.23450937597143601</c:v>
                </c:pt>
                <c:pt idx="14">
                  <c:v>-0.23586201409079693</c:v>
                </c:pt>
                <c:pt idx="15">
                  <c:v>-0.23653357663774494</c:v>
                </c:pt>
                <c:pt idx="16">
                  <c:v>-0.23782425978466598</c:v>
                </c:pt>
                <c:pt idx="17">
                  <c:v>-0.24009173735293393</c:v>
                </c:pt>
                <c:pt idx="18">
                  <c:v>-0.24322387628057601</c:v>
                </c:pt>
                <c:pt idx="19">
                  <c:v>-0.24684035227280393</c:v>
                </c:pt>
                <c:pt idx="20">
                  <c:v>-0.25030348235013394</c:v>
                </c:pt>
                <c:pt idx="21">
                  <c:v>-0.25338487460178</c:v>
                </c:pt>
                <c:pt idx="22">
                  <c:v>-0.25611780467422002</c:v>
                </c:pt>
                <c:pt idx="23">
                  <c:v>-0.25868620896585598</c:v>
                </c:pt>
                <c:pt idx="24">
                  <c:v>-0.26113293706297097</c:v>
                </c:pt>
                <c:pt idx="25">
                  <c:v>-0.263369747325437</c:v>
                </c:pt>
                <c:pt idx="26">
                  <c:v>-0.26523720078627394</c:v>
                </c:pt>
                <c:pt idx="27">
                  <c:v>-0.26658816749880093</c:v>
                </c:pt>
                <c:pt idx="28">
                  <c:v>-0.26733970927909995</c:v>
                </c:pt>
                <c:pt idx="29">
                  <c:v>-0.26748132922245499</c:v>
                </c:pt>
                <c:pt idx="30">
                  <c:v>-0.26705530333185895</c:v>
                </c:pt>
                <c:pt idx="31">
                  <c:v>-0.26613024647789402</c:v>
                </c:pt>
                <c:pt idx="32">
                  <c:v>-0.264781034430908</c:v>
                </c:pt>
                <c:pt idx="33">
                  <c:v>-0.26307817889338297</c:v>
                </c:pt>
                <c:pt idx="34">
                  <c:v>-0.26108411322970998</c:v>
                </c:pt>
                <c:pt idx="35">
                  <c:v>-0.25885298002314799</c:v>
                </c:pt>
                <c:pt idx="36">
                  <c:v>-0.25643191108227398</c:v>
                </c:pt>
                <c:pt idx="37">
                  <c:v>-0.25386313385762899</c:v>
                </c:pt>
                <c:pt idx="38">
                  <c:v>-0.25118668237057001</c:v>
                </c:pt>
                <c:pt idx="39">
                  <c:v>-0.24844319422324396</c:v>
                </c:pt>
                <c:pt idx="40">
                  <c:v>-0.24567607625229299</c:v>
                </c:pt>
                <c:pt idx="41">
                  <c:v>-0.24293213639776495</c:v>
                </c:pt>
                <c:pt idx="42">
                  <c:v>-0.24026082161176704</c:v>
                </c:pt>
                <c:pt idx="43">
                  <c:v>-0.23771193744395896</c:v>
                </c:pt>
                <c:pt idx="44">
                  <c:v>-0.23533286663411995</c:v>
                </c:pt>
                <c:pt idx="45">
                  <c:v>-0.23316598447668596</c:v>
                </c:pt>
                <c:pt idx="46">
                  <c:v>-0.23124661684313902</c:v>
                </c:pt>
                <c:pt idx="47">
                  <c:v>-0.22960193986115601</c:v>
                </c:pt>
                <c:pt idx="48">
                  <c:v>-0.22825068822441202</c:v>
                </c:pt>
                <c:pt idx="49">
                  <c:v>-0.22720348639062798</c:v>
                </c:pt>
                <c:pt idx="50">
                  <c:v>-0.22646357221405095</c:v>
                </c:pt>
                <c:pt idx="51">
                  <c:v>-0.22602773297129003</c:v>
                </c:pt>
                <c:pt idx="52">
                  <c:v>-0.22588732923190996</c:v>
                </c:pt>
                <c:pt idx="53">
                  <c:v>-0.226029336171021</c:v>
                </c:pt>
                <c:pt idx="54">
                  <c:v>-0.22643734692816303</c:v>
                </c:pt>
                <c:pt idx="55">
                  <c:v>-0.22709248645857799</c:v>
                </c:pt>
                <c:pt idx="56">
                  <c:v>-0.22797418336402503</c:v>
                </c:pt>
                <c:pt idx="57">
                  <c:v>-0.22906076104897893</c:v>
                </c:pt>
                <c:pt idx="58">
                  <c:v>-0.23032981527697399</c:v>
                </c:pt>
                <c:pt idx="59">
                  <c:v>-0.23175839090606204</c:v>
                </c:pt>
                <c:pt idx="60">
                  <c:v>-0.23332298832082293</c:v>
                </c:pt>
                <c:pt idx="61">
                  <c:v>-0.23499946465552296</c:v>
                </c:pt>
                <c:pt idx="62">
                  <c:v>-0.23676290137515293</c:v>
                </c:pt>
                <c:pt idx="63">
                  <c:v>-0.23858751479365498</c:v>
                </c:pt>
                <c:pt idx="64">
                  <c:v>-0.240446670171995</c:v>
                </c:pt>
                <c:pt idx="65">
                  <c:v>-0.24231304644523594</c:v>
                </c:pt>
                <c:pt idx="66">
                  <c:v>-0.24415897057196995</c:v>
                </c:pt>
                <c:pt idx="67">
                  <c:v>-0.24595691516611801</c:v>
                </c:pt>
                <c:pt idx="68">
                  <c:v>-0.24768012588981397</c:v>
                </c:pt>
                <c:pt idx="69">
                  <c:v>-0.24930331070124895</c:v>
                </c:pt>
                <c:pt idx="70">
                  <c:v>-0.25080334364922002</c:v>
                </c:pt>
                <c:pt idx="71">
                  <c:v>-0.25215987363235898</c:v>
                </c:pt>
                <c:pt idx="72">
                  <c:v>-0.25335580185216394</c:v>
                </c:pt>
                <c:pt idx="73">
                  <c:v>-0.25437756778628001</c:v>
                </c:pt>
                <c:pt idx="74">
                  <c:v>-0.25521523310156596</c:v>
                </c:pt>
                <c:pt idx="75">
                  <c:v>-0.25586237037254994</c:v>
                </c:pt>
                <c:pt idx="76">
                  <c:v>-0.25631578879710398</c:v>
                </c:pt>
                <c:pt idx="77">
                  <c:v>-0.25657514824237698</c:v>
                </c:pt>
                <c:pt idx="78">
                  <c:v>-0.25664251880255601</c:v>
                </c:pt>
                <c:pt idx="79">
                  <c:v>-0.25652195218925494</c:v>
                </c:pt>
                <c:pt idx="80">
                  <c:v>-0.25621911629097299</c:v>
                </c:pt>
                <c:pt idx="81">
                  <c:v>-0.25574103510471496</c:v>
                </c:pt>
                <c:pt idx="82">
                  <c:v>-0.25509596041339794</c:v>
                </c:pt>
                <c:pt idx="83">
                  <c:v>-0.254293379455311</c:v>
                </c:pt>
                <c:pt idx="84">
                  <c:v>-0.25334413667233796</c:v>
                </c:pt>
                <c:pt idx="85">
                  <c:v>-0.25226063060293596</c:v>
                </c:pt>
                <c:pt idx="86">
                  <c:v>-0.25105703794012696</c:v>
                </c:pt>
                <c:pt idx="87">
                  <c:v>-0.24974950195051598</c:v>
                </c:pt>
                <c:pt idx="88">
                  <c:v>-0.24835622561545995</c:v>
                </c:pt>
                <c:pt idx="89">
                  <c:v>-0.24689742564812295</c:v>
                </c:pt>
                <c:pt idx="90">
                  <c:v>-0.24539511831859301</c:v>
                </c:pt>
                <c:pt idx="91">
                  <c:v>-0.24387273853116903</c:v>
                </c:pt>
                <c:pt idx="92">
                  <c:v>-0.24235461180023904</c:v>
                </c:pt>
                <c:pt idx="93">
                  <c:v>-0.24086532492509399</c:v>
                </c:pt>
                <c:pt idx="94">
                  <c:v>-0.23942905206064297</c:v>
                </c:pt>
                <c:pt idx="95">
                  <c:v>-0.23806889509221502</c:v>
                </c:pt>
                <c:pt idx="96">
                  <c:v>-0.23680629448570195</c:v>
                </c:pt>
                <c:pt idx="97">
                  <c:v>-0.23566054923945695</c:v>
                </c:pt>
                <c:pt idx="98">
                  <c:v>-0.23464847027387298</c:v>
                </c:pt>
                <c:pt idx="99">
                  <c:v>-0.23378417187042694</c:v>
                </c:pt>
                <c:pt idx="100">
                  <c:v>-0.23307898748469297</c:v>
                </c:pt>
                <c:pt idx="101">
                  <c:v>-0.23254148310807593</c:v>
                </c:pt>
                <c:pt idx="102">
                  <c:v>-0.23217754061900603</c:v>
                </c:pt>
                <c:pt idx="103">
                  <c:v>-0.23199046884436197</c:v>
                </c:pt>
                <c:pt idx="104">
                  <c:v>-0.23198112004896704</c:v>
                </c:pt>
                <c:pt idx="105">
                  <c:v>-0.23214798625405003</c:v>
                </c:pt>
                <c:pt idx="106">
                  <c:v>-0.23248726090059196</c:v>
                </c:pt>
                <c:pt idx="107">
                  <c:v>-0.232992868942482</c:v>
                </c:pt>
                <c:pt idx="108">
                  <c:v>-0.23365647329412503</c:v>
                </c:pt>
                <c:pt idx="109">
                  <c:v>-0.23446746591895101</c:v>
                </c:pt>
                <c:pt idx="110">
                  <c:v>-0.23541297788001797</c:v>
                </c:pt>
                <c:pt idx="111">
                  <c:v>-0.23647792479368396</c:v>
                </c:pt>
                <c:pt idx="112">
                  <c:v>-0.23764510516385001</c:v>
                </c:pt>
                <c:pt idx="113">
                  <c:v>-0.23889538172629093</c:v>
                </c:pt>
                <c:pt idx="114">
                  <c:v>-0.24020793694012593</c:v>
                </c:pt>
                <c:pt idx="115">
                  <c:v>-0.24156062037711495</c:v>
                </c:pt>
                <c:pt idx="116">
                  <c:v>-0.24293037284538294</c:v>
                </c:pt>
                <c:pt idx="117">
                  <c:v>-0.24429370186374594</c:v>
                </c:pt>
                <c:pt idx="118">
                  <c:v>-0.24562720222627393</c:v>
                </c:pt>
                <c:pt idx="119">
                  <c:v>-0.24690808107392698</c:v>
                </c:pt>
                <c:pt idx="120">
                  <c:v>-0.24811467041795293</c:v>
                </c:pt>
                <c:pt idx="121">
                  <c:v>-0.24922689469028397</c:v>
                </c:pt>
                <c:pt idx="122">
                  <c:v>-0.25022667831979101</c:v>
                </c:pt>
                <c:pt idx="123">
                  <c:v>-0.25109827774074395</c:v>
                </c:pt>
                <c:pt idx="124">
                  <c:v>-0.25182853508786002</c:v>
                </c:pt>
                <c:pt idx="125">
                  <c:v>-0.25240705822100301</c:v>
                </c:pt>
                <c:pt idx="126">
                  <c:v>-0.25282632662741694</c:v>
                </c:pt>
                <c:pt idx="127">
                  <c:v>-0.25308174742202899</c:v>
                </c:pt>
                <c:pt idx="128">
                  <c:v>-0.25317165333924402</c:v>
                </c:pt>
                <c:pt idx="129">
                  <c:v>-0.25309726670449001</c:v>
                </c:pt>
                <c:pt idx="130">
                  <c:v>-0.25286262357857597</c:v>
                </c:pt>
                <c:pt idx="131">
                  <c:v>-0.25247446542800694</c:v>
                </c:pt>
                <c:pt idx="132">
                  <c:v>-0.25194209428091402</c:v>
                </c:pt>
                <c:pt idx="133">
                  <c:v>-0.25127718734042898</c:v>
                </c:pt>
                <c:pt idx="134">
                  <c:v>-0.25049356569266695</c:v>
                </c:pt>
                <c:pt idx="135">
                  <c:v>-0.249606918538755</c:v>
                </c:pt>
                <c:pt idx="136">
                  <c:v>-0.248634474903004</c:v>
                </c:pt>
                <c:pt idx="137">
                  <c:v>-0.24759464106117096</c:v>
                </c:pt>
                <c:pt idx="138">
                  <c:v>-0.24650660142429398</c:v>
                </c:pt>
                <c:pt idx="139">
                  <c:v>-0.24538990508114894</c:v>
                </c:pt>
                <c:pt idx="140">
                  <c:v>-0.24426405135494694</c:v>
                </c:pt>
                <c:pt idx="141">
                  <c:v>-0.24314809101381102</c:v>
                </c:pt>
                <c:pt idx="142">
                  <c:v>-0.242060261398993</c:v>
                </c:pt>
                <c:pt idx="143">
                  <c:v>-0.24101766404988695</c:v>
                </c:pt>
                <c:pt idx="144">
                  <c:v>-0.24003599874161302</c:v>
                </c:pt>
                <c:pt idx="145">
                  <c:v>-0.23912934957329895</c:v>
                </c:pt>
                <c:pt idx="146">
                  <c:v>-0.23831003414552604</c:v>
                </c:pt>
                <c:pt idx="147">
                  <c:v>-0.23758850003309001</c:v>
                </c:pt>
                <c:pt idx="148">
                  <c:v>-0.23697326539657698</c:v>
                </c:pt>
                <c:pt idx="149">
                  <c:v>-0.23647090181526403</c:v>
                </c:pt>
                <c:pt idx="150">
                  <c:v>-0.23608604310222098</c:v>
                </c:pt>
                <c:pt idx="151">
                  <c:v>-0.23582142043767101</c:v>
                </c:pt>
                <c:pt idx="152">
                  <c:v>-0.23567791568062796</c:v>
                </c:pt>
                <c:pt idx="153">
                  <c:v>-0.23565463077122101</c:v>
                </c:pt>
                <c:pt idx="154">
                  <c:v>-0.23574896692006903</c:v>
                </c:pt>
                <c:pt idx="155">
                  <c:v>-0.235956718495623</c:v>
                </c:pt>
                <c:pt idx="156">
                  <c:v>-0.23627217423503794</c:v>
                </c:pt>
                <c:pt idx="157">
                  <c:v>-0.23668824002163996</c:v>
                </c:pt>
                <c:pt idx="158">
                  <c:v>-0.23719656623425495</c:v>
                </c:pt>
                <c:pt idx="159">
                  <c:v>-0.23778768913269593</c:v>
                </c:pt>
                <c:pt idx="160">
                  <c:v>-0.238451184482873</c:v>
                </c:pt>
                <c:pt idx="161">
                  <c:v>-0.23917583014498994</c:v>
                </c:pt>
                <c:pt idx="162">
                  <c:v>-0.23994977391387201</c:v>
                </c:pt>
                <c:pt idx="163">
                  <c:v>-0.24076071083843004</c:v>
                </c:pt>
                <c:pt idx="164">
                  <c:v>-0.24159605978184401</c:v>
                </c:pt>
                <c:pt idx="165">
                  <c:v>-0.24244313888039398</c:v>
                </c:pt>
                <c:pt idx="166">
                  <c:v>-0.24328933615648901</c:v>
                </c:pt>
                <c:pt idx="167">
                  <c:v>-0.244122278043231</c:v>
                </c:pt>
                <c:pt idx="168">
                  <c:v>-0.24492998898504198</c:v>
                </c:pt>
                <c:pt idx="169">
                  <c:v>-0.24570103767687895</c:v>
                </c:pt>
                <c:pt idx="170">
                  <c:v>-0.24642467883244495</c:v>
                </c:pt>
                <c:pt idx="171">
                  <c:v>-0.24709097981331901</c:v>
                </c:pt>
                <c:pt idx="172">
                  <c:v>-0.24769093780479995</c:v>
                </c:pt>
                <c:pt idx="173">
                  <c:v>-0.24821658469899693</c:v>
                </c:pt>
                <c:pt idx="174">
                  <c:v>-0.24866108112323998</c:v>
                </c:pt>
                <c:pt idx="175">
                  <c:v>-0.24901879627929896</c:v>
                </c:pt>
                <c:pt idx="176">
                  <c:v>-0.24928537717760696</c:v>
                </c:pt>
                <c:pt idx="177">
                  <c:v>-0.24945779940741103</c:v>
                </c:pt>
                <c:pt idx="178">
                  <c:v>-0.24953440875252803</c:v>
                </c:pt>
                <c:pt idx="179">
                  <c:v>-0.24951494732422802</c:v>
                </c:pt>
                <c:pt idx="180">
                  <c:v>-0.24940056125942395</c:v>
                </c:pt>
                <c:pt idx="181">
                  <c:v>-0.249193792747405</c:v>
                </c:pt>
                <c:pt idx="182">
                  <c:v>-0.24889855261423693</c:v>
                </c:pt>
                <c:pt idx="183">
                  <c:v>-0.24852007709412799</c:v>
                </c:pt>
                <c:pt idx="184">
                  <c:v>-0.24806486161023095</c:v>
                </c:pt>
                <c:pt idx="185">
                  <c:v>-0.24754057379295497</c:v>
                </c:pt>
                <c:pt idx="186">
                  <c:v>-0.24695594738903498</c:v>
                </c:pt>
                <c:pt idx="187">
                  <c:v>-0.24632064898312694</c:v>
                </c:pt>
                <c:pt idx="188">
                  <c:v>-0.24564512765701202</c:v>
                </c:pt>
                <c:pt idx="189">
                  <c:v>-0.24494044731904702</c:v>
                </c:pt>
                <c:pt idx="190">
                  <c:v>-0.24421810131709504</c:v>
                </c:pt>
                <c:pt idx="191">
                  <c:v>-0.24348981462121194</c:v>
                </c:pt>
                <c:pt idx="192">
                  <c:v>-0.24276733911953602</c:v>
                </c:pt>
                <c:pt idx="193">
                  <c:v>-0.24206224679258498</c:v>
                </c:pt>
                <c:pt idx="194">
                  <c:v>-0.24138572665049501</c:v>
                </c:pt>
                <c:pt idx="195">
                  <c:v>-0.24074838805608795</c:v>
                </c:pt>
                <c:pt idx="196">
                  <c:v>-0.24016007891230801</c:v>
                </c:pt>
                <c:pt idx="197">
                  <c:v>-0.23962972446287595</c:v>
                </c:pt>
                <c:pt idx="198">
                  <c:v>-0.23916518216339894</c:v>
                </c:pt>
                <c:pt idx="199">
                  <c:v>-0.23877312095290598</c:v>
                </c:pt>
                <c:pt idx="200">
                  <c:v>-0.23845892607306202</c:v>
                </c:pt>
                <c:pt idx="201">
                  <c:v>-0.23822662822320101</c:v>
                </c:pt>
                <c:pt idx="202">
                  <c:v>-0.23807885784769395</c:v>
                </c:pt>
                <c:pt idx="203">
                  <c:v>-0.23801682278369002</c:v>
                </c:pt>
                <c:pt idx="204">
                  <c:v>-0.23804031312852997</c:v>
                </c:pt>
                <c:pt idx="205">
                  <c:v>-0.23814772225717201</c:v>
                </c:pt>
                <c:pt idx="206">
                  <c:v>-0.23833609259558103</c:v>
                </c:pt>
                <c:pt idx="207">
                  <c:v>-0.23860118289006099</c:v>
                </c:pt>
                <c:pt idx="208">
                  <c:v>-0.23893755466476302</c:v>
                </c:pt>
                <c:pt idx="209">
                  <c:v>-0.23933867207396503</c:v>
                </c:pt>
                <c:pt idx="210">
                  <c:v>-0.23979703372429401</c:v>
                </c:pt>
                <c:pt idx="211">
                  <c:v>-0.24030430327919899</c:v>
                </c:pt>
                <c:pt idx="212">
                  <c:v>-0.24085146561576093</c:v>
                </c:pt>
                <c:pt idx="213">
                  <c:v>-0.24142898884181502</c:v>
                </c:pt>
                <c:pt idx="214">
                  <c:v>-0.24202699169536296</c:v>
                </c:pt>
                <c:pt idx="215">
                  <c:v>-0.24263542293799795</c:v>
                </c:pt>
                <c:pt idx="216">
                  <c:v>-0.24324423928314104</c:v>
                </c:pt>
                <c:pt idx="217">
                  <c:v>-0.24384357303609899</c:v>
                </c:pt>
                <c:pt idx="218">
                  <c:v>-0.24442390380411</c:v>
                </c:pt>
                <c:pt idx="219">
                  <c:v>-0.244976212067119</c:v>
                </c:pt>
                <c:pt idx="220">
                  <c:v>-0.24549211961375</c:v>
                </c:pt>
                <c:pt idx="221">
                  <c:v>-0.24596401419373798</c:v>
                </c:pt>
                <c:pt idx="222">
                  <c:v>-0.24638515750964601</c:v>
                </c:pt>
                <c:pt idx="223">
                  <c:v>-0.24674977317199603</c:v>
                </c:pt>
                <c:pt idx="224">
                  <c:v>-0.24705311467515595</c:v>
                </c:pt>
                <c:pt idx="225">
                  <c:v>-0.24729151453392501</c:v>
                </c:pt>
                <c:pt idx="226">
                  <c:v>-0.24746241465022395</c:v>
                </c:pt>
                <c:pt idx="227">
                  <c:v>-0.24756437864709097</c:v>
                </c:pt>
                <c:pt idx="228">
                  <c:v>-0.24759708744347103</c:v>
                </c:pt>
                <c:pt idx="229">
                  <c:v>-0.24756131751484595</c:v>
                </c:pt>
                <c:pt idx="230">
                  <c:v>-0.24745890308885193</c:v>
                </c:pt>
                <c:pt idx="231">
                  <c:v>-0.24729268552023503</c:v>
                </c:pt>
                <c:pt idx="232">
                  <c:v>-0.24706644879747602</c:v>
                </c:pt>
                <c:pt idx="233">
                  <c:v>-0.246784842257811</c:v>
                </c:pt>
                <c:pt idx="234">
                  <c:v>-0.24645329215178297</c:v>
                </c:pt>
                <c:pt idx="235">
                  <c:v>-0.24607790244035394</c:v>
                </c:pt>
                <c:pt idx="236">
                  <c:v>-0.24566534727408101</c:v>
                </c:pt>
                <c:pt idx="237">
                  <c:v>-0.24522275559706103</c:v>
                </c:pt>
                <c:pt idx="238">
                  <c:v>-0.24475759113242895</c:v>
                </c:pt>
                <c:pt idx="239">
                  <c:v>-0.24427752928006702</c:v>
                </c:pt>
                <c:pt idx="240">
                  <c:v>-0.24379033156031998</c:v>
                </c:pt>
                <c:pt idx="241">
                  <c:v>-0.24330372167920394</c:v>
                </c:pt>
                <c:pt idx="242">
                  <c:v>-0.24282526583176994</c:v>
                </c:pt>
                <c:pt idx="243">
                  <c:v>-0.24236225720244803</c:v>
                </c:pt>
                <c:pt idx="244">
                  <c:v>-0.24192160767899401</c:v>
                </c:pt>
                <c:pt idx="245">
                  <c:v>-0.241509748994785</c:v>
                </c:pt>
                <c:pt idx="246">
                  <c:v>-0.24113254372097398</c:v>
                </c:pt>
                <c:pt idx="247">
                  <c:v>-0.24079520787777303</c:v>
                </c:pt>
                <c:pt idx="248">
                  <c:v>-0.24050224576825202</c:v>
                </c:pt>
                <c:pt idx="249">
                  <c:v>-0.240257396248236</c:v>
                </c:pt>
                <c:pt idx="250">
                  <c:v>-0.24006359353118595</c:v>
                </c:pt>
                <c:pt idx="251">
                  <c:v>-0.23992294029164601</c:v>
                </c:pt>
                <c:pt idx="252">
                  <c:v>-0.23983669282260794</c:v>
                </c:pt>
                <c:pt idx="253">
                  <c:v>-0.23980525992872098</c:v>
                </c:pt>
                <c:pt idx="254">
                  <c:v>-0.23982821331027498</c:v>
                </c:pt>
                <c:pt idx="255">
                  <c:v>-0.23990430948722402</c:v>
                </c:pt>
                <c:pt idx="256">
                  <c:v>-0.24003152245160103</c:v>
                </c:pt>
                <c:pt idx="257">
                  <c:v>-0.24020708711377198</c:v>
                </c:pt>
                <c:pt idx="258">
                  <c:v>-0.24042755059117099</c:v>
                </c:pt>
                <c:pt idx="259">
                  <c:v>-0.24068883352043696</c:v>
                </c:pt>
                <c:pt idx="260">
                  <c:v>-0.24098630037626095</c:v>
                </c:pt>
                <c:pt idx="261">
                  <c:v>-0.24131483450723296</c:v>
                </c:pt>
                <c:pt idx="262">
                  <c:v>-0.24166892143697799</c:v>
                </c:pt>
                <c:pt idx="263">
                  <c:v>-0.24204273309543994</c:v>
                </c:pt>
                <c:pt idx="264">
                  <c:v>-0.24243021985881202</c:v>
                </c:pt>
                <c:pt idx="265">
                  <c:v>-0.24282520496894094</c:v>
                </c:pt>
                <c:pt idx="266">
                  <c:v>-0.24322147801036204</c:v>
                </c:pt>
                <c:pt idx="267">
                  <c:v>-0.243612890452439</c:v>
                </c:pt>
                <c:pt idx="268">
                  <c:v>-0.24399344563739295</c:v>
                </c:pt>
                <c:pt idx="269">
                  <c:v>-0.24435739133781004</c:v>
                </c:pt>
                <c:pt idx="270">
                  <c:v>-0.24469930526229294</c:v>
                </c:pt>
                <c:pt idx="271">
                  <c:v>-0.24501417425897604</c:v>
                </c:pt>
                <c:pt idx="272">
                  <c:v>-0.24529746764728894</c:v>
                </c:pt>
                <c:pt idx="273">
                  <c:v>-0.24554520181608103</c:v>
                </c:pt>
                <c:pt idx="274">
                  <c:v>-0.24575399455135499</c:v>
                </c:pt>
                <c:pt idx="275">
                  <c:v>-0.24592111289892898</c:v>
                </c:pt>
                <c:pt idx="276">
                  <c:v>-0.24604450713162501</c:v>
                </c:pt>
                <c:pt idx="277">
                  <c:v>-0.24612283672732799</c:v>
                </c:pt>
                <c:pt idx="278">
                  <c:v>-0.24615548139376003</c:v>
                </c:pt>
                <c:pt idx="279">
                  <c:v>-0.24614254483167103</c:v>
                </c:pt>
                <c:pt idx="280">
                  <c:v>-0.24608484326300101</c:v>
                </c:pt>
                <c:pt idx="281">
                  <c:v>-0.24598388834291202</c:v>
                </c:pt>
                <c:pt idx="282">
                  <c:v>-0.24584185333049596</c:v>
                </c:pt>
                <c:pt idx="283">
                  <c:v>-0.24566153343756297</c:v>
                </c:pt>
                <c:pt idx="284">
                  <c:v>-0.245446295259033</c:v>
                </c:pt>
                <c:pt idx="285">
                  <c:v>-0.24520001806414998</c:v>
                </c:pt>
                <c:pt idx="286">
                  <c:v>-0.24492702643302794</c:v>
                </c:pt>
                <c:pt idx="287">
                  <c:v>-0.24463201624778502</c:v>
                </c:pt>
                <c:pt idx="288">
                  <c:v>-0.24431997544415102</c:v>
                </c:pt>
                <c:pt idx="289">
                  <c:v>-0.24399610014154</c:v>
                </c:pt>
                <c:pt idx="290">
                  <c:v>-0.24366570702774099</c:v>
                </c:pt>
                <c:pt idx="291">
                  <c:v>-0.24333414590272801</c:v>
                </c:pt>
                <c:pt idx="292">
                  <c:v>-0.24300671190522399</c:v>
                </c:pt>
                <c:pt idx="293">
                  <c:v>-0.24268855989149501</c:v>
                </c:pt>
                <c:pt idx="294">
                  <c:v>-0.24238462133405997</c:v>
                </c:pt>
                <c:pt idx="295">
                  <c:v>-0.24209952587420697</c:v>
                </c:pt>
                <c:pt idx="296">
                  <c:v>-0.241837530653571</c:v>
                </c:pt>
                <c:pt idx="297">
                  <c:v>-0.24160245570848299</c:v>
                </c:pt>
                <c:pt idx="298">
                  <c:v>-0.24139762829080796</c:v>
                </c:pt>
                <c:pt idx="299">
                  <c:v>-0.24122583624446797</c:v>
                </c:pt>
                <c:pt idx="300">
                  <c:v>-0.24108929116237593</c:v>
                </c:pt>
                <c:pt idx="301">
                  <c:v>-0.240989602241312</c:v>
                </c:pt>
                <c:pt idx="302">
                  <c:v>-0.24092775946523198</c:v>
                </c:pt>
                <c:pt idx="303">
                  <c:v>-0.24090413116743797</c:v>
                </c:pt>
                <c:pt idx="304">
                  <c:v>-0.24091846634502995</c:v>
                </c:pt>
                <c:pt idx="305">
                  <c:v>-0.24096991027746001</c:v>
                </c:pt>
                <c:pt idx="306">
                  <c:v>-0.24105702913809196</c:v>
                </c:pt>
                <c:pt idx="307">
                  <c:v>-0.241177844455924</c:v>
                </c:pt>
                <c:pt idx="308">
                  <c:v>-0.24132987415716795</c:v>
                </c:pt>
                <c:pt idx="309">
                  <c:v>-0.24151018255780393</c:v>
                </c:pt>
                <c:pt idx="310">
                  <c:v>-0.24171543491771802</c:v>
                </c:pt>
                <c:pt idx="311">
                  <c:v>-0.24194195971412996</c:v>
                </c:pt>
                <c:pt idx="312">
                  <c:v>-0.24218581277916201</c:v>
                </c:pt>
                <c:pt idx="313">
                  <c:v>-0.24244284512530095</c:v>
                </c:pt>
                <c:pt idx="314">
                  <c:v>-0.24270877481179504</c:v>
                </c:pt>
                <c:pt idx="315">
                  <c:v>-0.24297925564844697</c:v>
                </c:pt>
                <c:pt idx="316">
                  <c:v>-0.24324994838562303</c:v>
                </c:pt>
                <c:pt idx="317">
                  <c:v>-0.24351659033460299</c:v>
                </c:pt>
                <c:pt idx="318">
                  <c:v>-0.24377505973729402</c:v>
                </c:pt>
                <c:pt idx="319">
                  <c:v>-0.244021439057238</c:v>
                </c:pt>
                <c:pt idx="320">
                  <c:v>-0.24425207047005298</c:v>
                </c:pt>
                <c:pt idx="321">
                  <c:v>-0.24446360825078101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1E2-4639-9A35-33D83E9ADEC7}"/>
            </c:ext>
          </c:extLst>
        </c:ser>
        <c:ser>
          <c:idx val="4"/>
          <c:order val="4"/>
          <c:tx>
            <c:v>ours-5 iters</c:v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Sheet1!$P$2:$P$323</c:f>
              <c:numCache>
                <c:formatCode>General</c:formatCode>
                <c:ptCount val="322"/>
                <c:pt idx="0">
                  <c:v>-2.5210034545140036E-3</c:v>
                </c:pt>
                <c:pt idx="1">
                  <c:v>-6.993817174866096E-2</c:v>
                </c:pt>
                <c:pt idx="2">
                  <c:v>-0.16361488015812697</c:v>
                </c:pt>
                <c:pt idx="3">
                  <c:v>-0.23569263397833301</c:v>
                </c:pt>
                <c:pt idx="4">
                  <c:v>-0.26419626920128297</c:v>
                </c:pt>
                <c:pt idx="5">
                  <c:v>-0.25761188444028299</c:v>
                </c:pt>
                <c:pt idx="6">
                  <c:v>-0.23606311929476803</c:v>
                </c:pt>
                <c:pt idx="7">
                  <c:v>-0.21682060291355904</c:v>
                </c:pt>
                <c:pt idx="8">
                  <c:v>-0.20865944680714194</c:v>
                </c:pt>
                <c:pt idx="9">
                  <c:v>-0.21195098261604201</c:v>
                </c:pt>
                <c:pt idx="10">
                  <c:v>-0.22187816779403696</c:v>
                </c:pt>
                <c:pt idx="11">
                  <c:v>-0.23262967001173601</c:v>
                </c:pt>
                <c:pt idx="12">
                  <c:v>-0.24053465237696398</c:v>
                </c:pt>
                <c:pt idx="13">
                  <c:v>-0.24492821798755698</c:v>
                </c:pt>
                <c:pt idx="14">
                  <c:v>-0.24714629676705396</c:v>
                </c:pt>
                <c:pt idx="15">
                  <c:v>-0.24897536343355803</c:v>
                </c:pt>
                <c:pt idx="16">
                  <c:v>-0.25158754134128097</c:v>
                </c:pt>
                <c:pt idx="17">
                  <c:v>-0.25525654035064299</c:v>
                </c:pt>
                <c:pt idx="18">
                  <c:v>-0.25962939895050902</c:v>
                </c:pt>
                <c:pt idx="19">
                  <c:v>-0.26416209368153304</c:v>
                </c:pt>
                <c:pt idx="20">
                  <c:v>-0.26842576290144199</c:v>
                </c:pt>
                <c:pt idx="21">
                  <c:v>-0.27219484476594896</c:v>
                </c:pt>
                <c:pt idx="22">
                  <c:v>-0.27538651595585001</c:v>
                </c:pt>
                <c:pt idx="23">
                  <c:v>-0.277965375055994</c:v>
                </c:pt>
                <c:pt idx="24">
                  <c:v>-0.27988653228925803</c:v>
                </c:pt>
                <c:pt idx="25">
                  <c:v>-0.28108964966491895</c:v>
                </c:pt>
                <c:pt idx="26">
                  <c:v>-0.28152067786783902</c:v>
                </c:pt>
                <c:pt idx="27">
                  <c:v>-0.28115438693494893</c:v>
                </c:pt>
                <c:pt idx="28">
                  <c:v>-0.28000410986812402</c:v>
                </c:pt>
                <c:pt idx="29">
                  <c:v>-0.278118716056793</c:v>
                </c:pt>
                <c:pt idx="30">
                  <c:v>-0.27557303194993193</c:v>
                </c:pt>
                <c:pt idx="31">
                  <c:v>-0.27245753570866399</c:v>
                </c:pt>
                <c:pt idx="32">
                  <c:v>-0.26887025748931498</c:v>
                </c:pt>
                <c:pt idx="33">
                  <c:v>-0.26491140719525702</c:v>
                </c:pt>
                <c:pt idx="34">
                  <c:v>-0.26068019125926895</c:v>
                </c:pt>
                <c:pt idx="35">
                  <c:v>-0.25627309190258801</c:v>
                </c:pt>
                <c:pt idx="36">
                  <c:v>-0.25178293549339298</c:v>
                </c:pt>
                <c:pt idx="37">
                  <c:v>-0.247298141919229</c:v>
                </c:pt>
                <c:pt idx="38">
                  <c:v>-0.24290169982917803</c:v>
                </c:pt>
                <c:pt idx="39">
                  <c:v>-0.23866971280024102</c:v>
                </c:pt>
                <c:pt idx="40">
                  <c:v>-0.23466972833020799</c:v>
                </c:pt>
                <c:pt idx="41">
                  <c:v>-0.23095930285063698</c:v>
                </c:pt>
                <c:pt idx="42">
                  <c:v>-0.22758525420020198</c:v>
                </c:pt>
                <c:pt idx="43">
                  <c:v>-0.22458382614756095</c:v>
                </c:pt>
                <c:pt idx="44">
                  <c:v>-0.22198166630912403</c:v>
                </c:pt>
                <c:pt idx="45">
                  <c:v>-0.21979727643677499</c:v>
                </c:pt>
                <c:pt idx="46">
                  <c:v>-0.21804252836771304</c:v>
                </c:pt>
                <c:pt idx="47">
                  <c:v>-0.21672394008978196</c:v>
                </c:pt>
                <c:pt idx="48">
                  <c:v>-0.21584358462560299</c:v>
                </c:pt>
                <c:pt idx="49">
                  <c:v>-0.21539965895299701</c:v>
                </c:pt>
                <c:pt idx="50">
                  <c:v>-0.215386813721059</c:v>
                </c:pt>
                <c:pt idx="51">
                  <c:v>-0.21579633365661893</c:v>
                </c:pt>
                <c:pt idx="52">
                  <c:v>-0.21661620047635893</c:v>
                </c:pt>
                <c:pt idx="53">
                  <c:v>-0.21783101523160103</c:v>
                </c:pt>
                <c:pt idx="54">
                  <c:v>-0.219421741379418</c:v>
                </c:pt>
                <c:pt idx="55">
                  <c:v>-0.22136526019547403</c:v>
                </c:pt>
                <c:pt idx="56">
                  <c:v>-0.22363378741232703</c:v>
                </c:pt>
                <c:pt idx="57">
                  <c:v>-0.22619425584730796</c:v>
                </c:pt>
                <c:pt idx="58">
                  <c:v>-0.22900780289559403</c:v>
                </c:pt>
                <c:pt idx="59">
                  <c:v>-0.23202950898775704</c:v>
                </c:pt>
                <c:pt idx="60">
                  <c:v>-0.235208519178919</c:v>
                </c:pt>
                <c:pt idx="61">
                  <c:v>-0.23848865079046694</c:v>
                </c:pt>
                <c:pt idx="62">
                  <c:v>-0.24180954671412896</c:v>
                </c:pt>
                <c:pt idx="63">
                  <c:v>-0.24510837463263896</c:v>
                </c:pt>
                <c:pt idx="64">
                  <c:v>-0.24832199568292096</c:v>
                </c:pt>
                <c:pt idx="65">
                  <c:v>-0.25138944129355895</c:v>
                </c:pt>
                <c:pt idx="66">
                  <c:v>-0.25425445932795804</c:v>
                </c:pt>
                <c:pt idx="67">
                  <c:v>-0.256867841471416</c:v>
                </c:pt>
                <c:pt idx="68">
                  <c:v>-0.25918925244405694</c:v>
                </c:pt>
                <c:pt idx="69">
                  <c:v>-0.26118834671389096</c:v>
                </c:pt>
                <c:pt idx="70">
                  <c:v>-0.26284506920052403</c:v>
                </c:pt>
                <c:pt idx="71">
                  <c:v>-0.26414916629818702</c:v>
                </c:pt>
                <c:pt idx="72">
                  <c:v>-0.26509904666093304</c:v>
                </c:pt>
                <c:pt idx="73">
                  <c:v>-0.26570020359017893</c:v>
                </c:pt>
                <c:pt idx="74">
                  <c:v>-0.26596343559073393</c:v>
                </c:pt>
                <c:pt idx="75">
                  <c:v>-0.26590308678400093</c:v>
                </c:pt>
                <c:pt idx="76">
                  <c:v>-0.26553548918723197</c:v>
                </c:pt>
                <c:pt idx="77">
                  <c:v>-0.26487774125189495</c:v>
                </c:pt>
                <c:pt idx="78">
                  <c:v>-0.26394690800431603</c:v>
                </c:pt>
                <c:pt idx="79">
                  <c:v>-0.26275968164174396</c:v>
                </c:pt>
                <c:pt idx="80">
                  <c:v>-0.261332496429793</c:v>
                </c:pt>
                <c:pt idx="81">
                  <c:v>-0.25968204558445201</c:v>
                </c:pt>
                <c:pt idx="82">
                  <c:v>-0.25782610247297894</c:v>
                </c:pt>
                <c:pt idx="83">
                  <c:v>-0.25578450653834101</c:v>
                </c:pt>
                <c:pt idx="84">
                  <c:v>-0.25358014438892501</c:v>
                </c:pt>
                <c:pt idx="85">
                  <c:v>-0.25123974692369794</c:v>
                </c:pt>
                <c:pt idx="86">
                  <c:v>-0.24879434085762003</c:v>
                </c:pt>
                <c:pt idx="87">
                  <c:v>-0.24627923860136797</c:v>
                </c:pt>
                <c:pt idx="88">
                  <c:v>-0.24373352038289603</c:v>
                </c:pt>
                <c:pt idx="89">
                  <c:v>-0.24119903973933593</c:v>
                </c:pt>
                <c:pt idx="90">
                  <c:v>-0.23871905772460794</c:v>
                </c:pt>
                <c:pt idx="91">
                  <c:v>-0.23633666407469595</c:v>
                </c:pt>
                <c:pt idx="92">
                  <c:v>-0.23409316701926802</c:v>
                </c:pt>
                <c:pt idx="93">
                  <c:v>-0.23202662411070701</c:v>
                </c:pt>
                <c:pt idx="94">
                  <c:v>-0.230170649255312</c:v>
                </c:pt>
                <c:pt idx="95">
                  <c:v>-0.22855357690197203</c:v>
                </c:pt>
                <c:pt idx="96">
                  <c:v>-0.22719800605014001</c:v>
                </c:pt>
                <c:pt idx="97">
                  <c:v>-0.22612069578557198</c:v>
                </c:pt>
                <c:pt idx="98">
                  <c:v>-0.22533274724920299</c:v>
                </c:pt>
                <c:pt idx="99">
                  <c:v>-0.22483998701333202</c:v>
                </c:pt>
                <c:pt idx="100">
                  <c:v>-0.22464346218571102</c:v>
                </c:pt>
                <c:pt idx="101">
                  <c:v>-0.224739965171254</c:v>
                </c:pt>
                <c:pt idx="102">
                  <c:v>-0.22512252192866794</c:v>
                </c:pt>
                <c:pt idx="103">
                  <c:v>-0.22578079798857803</c:v>
                </c:pt>
                <c:pt idx="104">
                  <c:v>-0.22670139829980701</c:v>
                </c:pt>
                <c:pt idx="105">
                  <c:v>-0.22786805772441804</c:v>
                </c:pt>
                <c:pt idx="106">
                  <c:v>-0.22926173703605995</c:v>
                </c:pt>
                <c:pt idx="107">
                  <c:v>-0.23086065369863301</c:v>
                </c:pt>
                <c:pt idx="108">
                  <c:v>-0.23264028713434298</c:v>
                </c:pt>
                <c:pt idx="109">
                  <c:v>-0.23457340445402303</c:v>
                </c:pt>
                <c:pt idx="110">
                  <c:v>-0.23663015391619396</c:v>
                </c:pt>
                <c:pt idx="111">
                  <c:v>-0.23877826948875097</c:v>
                </c:pt>
                <c:pt idx="112">
                  <c:v>-0.240983419268957</c:v>
                </c:pt>
                <c:pt idx="113">
                  <c:v>-0.24320971390228602</c:v>
                </c:pt>
                <c:pt idx="114">
                  <c:v>-0.24542036950668994</c:v>
                </c:pt>
                <c:pt idx="115">
                  <c:v>-0.24757849633518897</c:v>
                </c:pt>
                <c:pt idx="116">
                  <c:v>-0.24964796415898199</c:v>
                </c:pt>
                <c:pt idx="117">
                  <c:v>-0.25159428167620096</c:v>
                </c:pt>
                <c:pt idx="118">
                  <c:v>-0.25338542418384297</c:v>
                </c:pt>
                <c:pt idx="119">
                  <c:v>-0.25499255310880303</c:v>
                </c:pt>
                <c:pt idx="120">
                  <c:v>-0.25639058917912899</c:v>
                </c:pt>
                <c:pt idx="121">
                  <c:v>-0.25755862404850399</c:v>
                </c:pt>
                <c:pt idx="122">
                  <c:v>-0.25848017722258093</c:v>
                </c:pt>
                <c:pt idx="123">
                  <c:v>-0.25914332283636904</c:v>
                </c:pt>
                <c:pt idx="124">
                  <c:v>-0.25954072039258497</c:v>
                </c:pt>
                <c:pt idx="125">
                  <c:v>-0.25966958395898293</c:v>
                </c:pt>
                <c:pt idx="126">
                  <c:v>-0.25953161681338693</c:v>
                </c:pt>
                <c:pt idx="127">
                  <c:v>-0.25913292561089901</c:v>
                </c:pt>
                <c:pt idx="128">
                  <c:v>-0.25848391318746194</c:v>
                </c:pt>
                <c:pt idx="129">
                  <c:v>-0.25759913574475396</c:v>
                </c:pt>
                <c:pt idx="130">
                  <c:v>-0.256497101180789</c:v>
                </c:pt>
                <c:pt idx="131">
                  <c:v>-0.25519998260047999</c:v>
                </c:pt>
                <c:pt idx="132">
                  <c:v>-0.25373322532734693</c:v>
                </c:pt>
                <c:pt idx="133">
                  <c:v>-0.25212503641485901</c:v>
                </c:pt>
                <c:pt idx="134">
                  <c:v>-0.25040576092246497</c:v>
                </c:pt>
                <c:pt idx="135">
                  <c:v>-0.248607166323979</c:v>
                </c:pt>
                <c:pt idx="136">
                  <c:v>-0.24676167195923698</c:v>
                </c:pt>
                <c:pt idx="137">
                  <c:v>-0.24490157021143993</c:v>
                </c:pt>
                <c:pt idx="138">
                  <c:v>-0.24305828910206201</c:v>
                </c:pt>
                <c:pt idx="139">
                  <c:v>-0.24126174060676503</c:v>
                </c:pt>
                <c:pt idx="140">
                  <c:v>-0.23953978663339898</c:v>
                </c:pt>
                <c:pt idx="141">
                  <c:v>-0.237917838257308</c:v>
                </c:pt>
                <c:pt idx="142">
                  <c:v>-0.23641858638117003</c:v>
                </c:pt>
                <c:pt idx="143">
                  <c:v>-0.23506184766087895</c:v>
                </c:pt>
                <c:pt idx="144">
                  <c:v>-0.23386450036865797</c:v>
                </c:pt>
                <c:pt idx="145">
                  <c:v>-0.23284048149811404</c:v>
                </c:pt>
                <c:pt idx="146">
                  <c:v>-0.23200081826717595</c:v>
                </c:pt>
                <c:pt idx="147">
                  <c:v>-0.23135367275987501</c:v>
                </c:pt>
                <c:pt idx="148">
                  <c:v>-0.23090438573363897</c:v>
                </c:pt>
                <c:pt idx="149">
                  <c:v>-0.23065551306244597</c:v>
                </c:pt>
                <c:pt idx="150">
                  <c:v>-0.23060685479353099</c:v>
                </c:pt>
                <c:pt idx="151">
                  <c:v>-0.23075548181817002</c:v>
                </c:pt>
                <c:pt idx="152">
                  <c:v>-0.23109576864613596</c:v>
                </c:pt>
                <c:pt idx="153">
                  <c:v>-0.23161944283969799</c:v>
                </c:pt>
                <c:pt idx="154">
                  <c:v>-0.23231566245265695</c:v>
                </c:pt>
                <c:pt idx="155">
                  <c:v>-0.23317113237010595</c:v>
                </c:pt>
                <c:pt idx="156">
                  <c:v>-0.23417026873153596</c:v>
                </c:pt>
                <c:pt idx="157">
                  <c:v>-0.23529541765830303</c:v>
                </c:pt>
                <c:pt idx="158">
                  <c:v>-0.23652713044576695</c:v>
                </c:pt>
                <c:pt idx="159">
                  <c:v>-0.23784449257871293</c:v>
                </c:pt>
                <c:pt idx="160">
                  <c:v>-0.23922549896566098</c:v>
                </c:pt>
                <c:pt idx="161">
                  <c:v>-0.24064746327056702</c:v>
                </c:pt>
                <c:pt idx="162">
                  <c:v>-0.24208744577763103</c:v>
                </c:pt>
                <c:pt idx="163">
                  <c:v>-0.24352268240463998</c:v>
                </c:pt>
                <c:pt idx="164">
                  <c:v>-0.24493099732067497</c:v>
                </c:pt>
                <c:pt idx="165">
                  <c:v>-0.246291183126852</c:v>
                </c:pt>
                <c:pt idx="166">
                  <c:v>-0.24758333566941998</c:v>
                </c:pt>
                <c:pt idx="167">
                  <c:v>-0.24878913465312397</c:v>
                </c:pt>
                <c:pt idx="168">
                  <c:v>-0.24989206548286497</c:v>
                </c:pt>
                <c:pt idx="169">
                  <c:v>-0.25087758262320997</c:v>
                </c:pt>
                <c:pt idx="170">
                  <c:v>-0.25173321905559404</c:v>
                </c:pt>
                <c:pt idx="171">
                  <c:v>-0.25244864981333198</c:v>
                </c:pt>
                <c:pt idx="172">
                  <c:v>-0.25301571978218101</c:v>
                </c:pt>
                <c:pt idx="173">
                  <c:v>-0.25342844680392101</c:v>
                </c:pt>
                <c:pt idx="174">
                  <c:v>-0.25368301065592497</c:v>
                </c:pt>
                <c:pt idx="175">
                  <c:v>-0.25377773661270103</c:v>
                </c:pt>
                <c:pt idx="176">
                  <c:v>-0.25371307947401495</c:v>
                </c:pt>
                <c:pt idx="177">
                  <c:v>-0.25349161044394702</c:v>
                </c:pt>
                <c:pt idx="178">
                  <c:v>-0.25311800544424595</c:v>
                </c:pt>
                <c:pt idx="179">
                  <c:v>-0.252599029811924</c:v>
                </c:pt>
                <c:pt idx="180">
                  <c:v>-0.25194351130875897</c:v>
                </c:pt>
                <c:pt idx="181">
                  <c:v>-0.25116229134457896</c:v>
                </c:pt>
                <c:pt idx="182">
                  <c:v>-0.25026814366922195</c:v>
                </c:pt>
                <c:pt idx="183">
                  <c:v>-0.24927565051941097</c:v>
                </c:pt>
                <c:pt idx="184">
                  <c:v>-0.24820102846638398</c:v>
                </c:pt>
                <c:pt idx="185">
                  <c:v>-0.24706189980598697</c:v>
                </c:pt>
                <c:pt idx="186">
                  <c:v>-0.245877009829152</c:v>
                </c:pt>
                <c:pt idx="187">
                  <c:v>-0.24466589526111499</c:v>
                </c:pt>
                <c:pt idx="188">
                  <c:v>-0.24344851388175398</c:v>
                </c:pt>
                <c:pt idx="189">
                  <c:v>-0.24224484912630301</c:v>
                </c:pt>
                <c:pt idx="190">
                  <c:v>-0.24107450620766696</c:v>
                </c:pt>
                <c:pt idx="191">
                  <c:v>-0.23995631707943893</c:v>
                </c:pt>
                <c:pt idx="192">
                  <c:v>-0.23890797062316699</c:v>
                </c:pt>
                <c:pt idx="193">
                  <c:v>-0.23794568198098004</c:v>
                </c:pt>
                <c:pt idx="194">
                  <c:v>-0.23708391141384894</c:v>
                </c:pt>
                <c:pt idx="195">
                  <c:v>-0.23633513883482998</c:v>
                </c:pt>
                <c:pt idx="196">
                  <c:v>-0.23570969593863295</c:v>
                </c:pt>
                <c:pt idx="197">
                  <c:v>-0.23521565411809503</c:v>
                </c:pt>
                <c:pt idx="198">
                  <c:v>-0.23485876351676199</c:v>
                </c:pt>
                <c:pt idx="199">
                  <c:v>-0.23464243684760994</c:v>
                </c:pt>
                <c:pt idx="200">
                  <c:v>-0.23456777100141496</c:v>
                </c:pt>
                <c:pt idx="201">
                  <c:v>-0.23463359985626003</c:v>
                </c:pt>
                <c:pt idx="202">
                  <c:v>-0.23483657283850995</c:v>
                </c:pt>
                <c:pt idx="203">
                  <c:v>-0.23517125536282596</c:v>
                </c:pt>
                <c:pt idx="204">
                  <c:v>-0.23563024897972801</c:v>
                </c:pt>
                <c:pt idx="205">
                  <c:v>-0.236204330584113</c:v>
                </c:pt>
                <c:pt idx="206">
                  <c:v>-0.236882611144626</c:v>
                </c:pt>
                <c:pt idx="207">
                  <c:v>-0.23765271493490098</c:v>
                </c:pt>
                <c:pt idx="208">
                  <c:v>-0.23850098011957693</c:v>
                </c:pt>
                <c:pt idx="209">
                  <c:v>-0.23941268079176298</c:v>
                </c:pt>
                <c:pt idx="210">
                  <c:v>-0.24037226929711303</c:v>
                </c:pt>
                <c:pt idx="211">
                  <c:v>-0.24136363613226103</c:v>
                </c:pt>
                <c:pt idx="212">
                  <c:v>-0.24237038306810293</c:v>
                </c:pt>
                <c:pt idx="213">
                  <c:v>-0.24337610368684898</c:v>
                </c:pt>
                <c:pt idx="214">
                  <c:v>-0.24436466444810395</c:v>
                </c:pt>
                <c:pt idx="215">
                  <c:v>-0.245320478832942</c:v>
                </c:pt>
                <c:pt idx="216">
                  <c:v>-0.24622876722834602</c:v>
                </c:pt>
                <c:pt idx="217">
                  <c:v>-0.24707579584493594</c:v>
                </c:pt>
                <c:pt idx="218">
                  <c:v>-0.24784908914237996</c:v>
                </c:pt>
                <c:pt idx="219">
                  <c:v>-0.24853761162223104</c:v>
                </c:pt>
                <c:pt idx="220">
                  <c:v>-0.24913191652662597</c:v>
                </c:pt>
                <c:pt idx="221">
                  <c:v>-0.24962426050770598</c:v>
                </c:pt>
                <c:pt idx="222">
                  <c:v>-0.25000868463544695</c:v>
                </c:pt>
                <c:pt idx="223">
                  <c:v>-0.25028106307058301</c:v>
                </c:pt>
                <c:pt idx="224">
                  <c:v>-0.25043912129455298</c:v>
                </c:pt>
                <c:pt idx="225">
                  <c:v>-0.25048242600681297</c:v>
                </c:pt>
                <c:pt idx="226">
                  <c:v>-0.250412348736677</c:v>
                </c:pt>
                <c:pt idx="227">
                  <c:v>-0.25023200498717896</c:v>
                </c:pt>
                <c:pt idx="228">
                  <c:v>-0.24994617045616802</c:v>
                </c:pt>
                <c:pt idx="229">
                  <c:v>-0.24956117566930697</c:v>
                </c:pt>
                <c:pt idx="230">
                  <c:v>-0.24908478029207298</c:v>
                </c:pt>
                <c:pt idx="231">
                  <c:v>-0.24852602850292599</c:v>
                </c:pt>
                <c:pt idx="232">
                  <c:v>-0.24789508710319902</c:v>
                </c:pt>
                <c:pt idx="233">
                  <c:v>-0.24720306846609502</c:v>
                </c:pt>
                <c:pt idx="234">
                  <c:v>-0.24646184093306495</c:v>
                </c:pt>
                <c:pt idx="235">
                  <c:v>-0.24568382975169395</c:v>
                </c:pt>
                <c:pt idx="236">
                  <c:v>-0.24488181206630993</c:v>
                </c:pt>
                <c:pt idx="237">
                  <c:v>-0.24406870973579503</c:v>
                </c:pt>
                <c:pt idx="238">
                  <c:v>-0.24325738376784395</c:v>
                </c:pt>
                <c:pt idx="239">
                  <c:v>-0.24246043412423296</c:v>
                </c:pt>
                <c:pt idx="240">
                  <c:v>-0.24169000837528204</c:v>
                </c:pt>
                <c:pt idx="241">
                  <c:v>-0.24095762221040401</c:v>
                </c:pt>
                <c:pt idx="242">
                  <c:v>-0.24027399438013203</c:v>
                </c:pt>
                <c:pt idx="243">
                  <c:v>-0.23964889813928097</c:v>
                </c:pt>
                <c:pt idx="244">
                  <c:v>-0.23909103081154398</c:v>
                </c:pt>
                <c:pt idx="245">
                  <c:v>-0.23860790268316995</c:v>
                </c:pt>
                <c:pt idx="246">
                  <c:v>-0.23820574606557393</c:v>
                </c:pt>
                <c:pt idx="247">
                  <c:v>-0.23788944505746695</c:v>
                </c:pt>
                <c:pt idx="248">
                  <c:v>-0.23766248628094794</c:v>
                </c:pt>
                <c:pt idx="249">
                  <c:v>-0.23752693064797198</c:v>
                </c:pt>
                <c:pt idx="250">
                  <c:v>-0.23748340602596502</c:v>
                </c:pt>
                <c:pt idx="251">
                  <c:v>-0.23753112050279396</c:v>
                </c:pt>
                <c:pt idx="252">
                  <c:v>-0.23766789579338193</c:v>
                </c:pt>
                <c:pt idx="253">
                  <c:v>-0.23789022017406897</c:v>
                </c:pt>
                <c:pt idx="254">
                  <c:v>-0.23819332016603295</c:v>
                </c:pt>
                <c:pt idx="255">
                  <c:v>-0.23857125000566198</c:v>
                </c:pt>
                <c:pt idx="256">
                  <c:v>-0.23901699772777402</c:v>
                </c:pt>
                <c:pt idx="257">
                  <c:v>-0.23952260644280593</c:v>
                </c:pt>
                <c:pt idx="258">
                  <c:v>-0.24007930911062197</c:v>
                </c:pt>
                <c:pt idx="259">
                  <c:v>-0.24067767481238495</c:v>
                </c:pt>
                <c:pt idx="260">
                  <c:v>-0.24130776421549399</c:v>
                </c:pt>
                <c:pt idx="261">
                  <c:v>-0.24195929164136903</c:v>
                </c:pt>
                <c:pt idx="262">
                  <c:v>-0.24262179091657804</c:v>
                </c:pt>
                <c:pt idx="263">
                  <c:v>-0.24328478201935494</c:v>
                </c:pt>
                <c:pt idx="264">
                  <c:v>-0.24393793548178794</c:v>
                </c:pt>
                <c:pt idx="265">
                  <c:v>-0.24457123157281696</c:v>
                </c:pt>
                <c:pt idx="266">
                  <c:v>-0.24517511147935195</c:v>
                </c:pt>
                <c:pt idx="267">
                  <c:v>-0.24574061798452301</c:v>
                </c:pt>
                <c:pt idx="268">
                  <c:v>-0.24625952354465103</c:v>
                </c:pt>
                <c:pt idx="269">
                  <c:v>-0.24672444409984701</c:v>
                </c:pt>
                <c:pt idx="270">
                  <c:v>-0.24712893742099601</c:v>
                </c:pt>
                <c:pt idx="271">
                  <c:v>-0.24746758521951401</c:v>
                </c:pt>
                <c:pt idx="272">
                  <c:v>-0.247736058642896</c:v>
                </c:pt>
                <c:pt idx="273">
                  <c:v>-0.24793116706463098</c:v>
                </c:pt>
                <c:pt idx="274">
                  <c:v>-0.24805089026376298</c:v>
                </c:pt>
                <c:pt idx="275">
                  <c:v>-0.24809439417367601</c:v>
                </c:pt>
                <c:pt idx="276">
                  <c:v>-0.24806203038675295</c:v>
                </c:pt>
                <c:pt idx="277">
                  <c:v>-0.24795531955495603</c:v>
                </c:pt>
                <c:pt idx="278">
                  <c:v>-0.247776918769743</c:v>
                </c:pt>
                <c:pt idx="279">
                  <c:v>-0.247530572978856</c:v>
                </c:pt>
                <c:pt idx="280">
                  <c:v>-0.24722105053942595</c:v>
                </c:pt>
                <c:pt idx="281">
                  <c:v>-0.246854063146492</c:v>
                </c:pt>
                <c:pt idx="282">
                  <c:v>-0.24643617062504103</c:v>
                </c:pt>
                <c:pt idx="283">
                  <c:v>-0.24597467143276003</c:v>
                </c:pt>
                <c:pt idx="284">
                  <c:v>-0.24547748016495202</c:v>
                </c:pt>
                <c:pt idx="285">
                  <c:v>-0.24495299384737296</c:v>
                </c:pt>
                <c:pt idx="286">
                  <c:v>-0.24440994928952403</c:v>
                </c:pt>
                <c:pt idx="287">
                  <c:v>-0.24385727422891296</c:v>
                </c:pt>
                <c:pt idx="288">
                  <c:v>-0.24330393535352896</c:v>
                </c:pt>
                <c:pt idx="289">
                  <c:v>-0.24275878651256594</c:v>
                </c:pt>
                <c:pt idx="290">
                  <c:v>-0.242230420461434</c:v>
                </c:pt>
                <c:pt idx="291">
                  <c:v>-0.24172702737806001</c:v>
                </c:pt>
                <c:pt idx="292">
                  <c:v>-0.24125626312667298</c:v>
                </c:pt>
                <c:pt idx="293">
                  <c:v>-0.24082512985236798</c:v>
                </c:pt>
                <c:pt idx="294">
                  <c:v>-0.24043987100242598</c:v>
                </c:pt>
                <c:pt idx="295">
                  <c:v>-0.24010588234496594</c:v>
                </c:pt>
                <c:pt idx="296">
                  <c:v>-0.23982764002250095</c:v>
                </c:pt>
                <c:pt idx="297">
                  <c:v>-0.239608646184921</c:v>
                </c:pt>
                <c:pt idx="298">
                  <c:v>-0.23945139231608198</c:v>
                </c:pt>
                <c:pt idx="299">
                  <c:v>-0.23935734001507497</c:v>
                </c:pt>
                <c:pt idx="300">
                  <c:v>-0.23932691872570894</c:v>
                </c:pt>
                <c:pt idx="301">
                  <c:v>-0.23935953971441798</c:v>
                </c:pt>
                <c:pt idx="302">
                  <c:v>-0.23945362546330601</c:v>
                </c:pt>
                <c:pt idx="303">
                  <c:v>-0.23960665355163896</c:v>
                </c:pt>
                <c:pt idx="304">
                  <c:v>-0.23981521402476597</c:v>
                </c:pt>
                <c:pt idx="305">
                  <c:v>-0.24007507917540999</c:v>
                </c:pt>
                <c:pt idx="306">
                  <c:v>-0.24038128457448299</c:v>
                </c:pt>
                <c:pt idx="307">
                  <c:v>-0.240728220079721</c:v>
                </c:pt>
                <c:pt idx="308">
                  <c:v>-0.24110972941797398</c:v>
                </c:pt>
                <c:pt idx="309">
                  <c:v>-0.24151921679423799</c:v>
                </c:pt>
                <c:pt idx="310">
                  <c:v>-0.24194975883000497</c:v>
                </c:pt>
                <c:pt idx="311">
                  <c:v>-0.24239421999438698</c:v>
                </c:pt>
                <c:pt idx="312">
                  <c:v>-0.24284536958588093</c:v>
                </c:pt>
                <c:pt idx="313">
                  <c:v>-0.24329599826054799</c:v>
                </c:pt>
                <c:pt idx="314">
                  <c:v>-0.24373903209291697</c:v>
                </c:pt>
                <c:pt idx="315">
                  <c:v>-0.24416764221964699</c:v>
                </c:pt>
                <c:pt idx="316">
                  <c:v>-0.24457534823185795</c:v>
                </c:pt>
                <c:pt idx="317">
                  <c:v>-0.24495611366452802</c:v>
                </c:pt>
                <c:pt idx="318">
                  <c:v>-0.24530443215150594</c:v>
                </c:pt>
                <c:pt idx="319">
                  <c:v>-0.24561540308325297</c:v>
                </c:pt>
                <c:pt idx="320">
                  <c:v>-0.24588479587103601</c:v>
                </c:pt>
                <c:pt idx="321">
                  <c:v>-0.24610910219156695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1E2-4639-9A35-33D83E9AD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80"/>
        <c:noMultiLvlLbl val="0"/>
      </c:catAx>
      <c:valAx>
        <c:axId val="651974152"/>
        <c:scaling>
          <c:orientation val="minMax"/>
          <c:min val="-0.30000000000000004"/>
        </c:scaling>
        <c:delete val="0"/>
        <c:axPos val="l"/>
        <c:numFmt formatCode="General" sourceLinked="1"/>
        <c:majorTickMark val="in"/>
        <c:minorTickMark val="none"/>
        <c:tickLblPos val="none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0.1"/>
      </c:valAx>
    </c:plotArea>
    <c:legend>
      <c:legendPos val="b"/>
      <c:layout>
        <c:manualLayout>
          <c:xMode val="edge"/>
          <c:yMode val="edge"/>
          <c:x val="0.53367180989854368"/>
          <c:y val="0.47595025485262871"/>
          <c:w val="0.11248471317507268"/>
          <c:h val="0.4326026254383334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4"/>
              </a:solidFill>
            </a:ln>
          </c:spPr>
          <c:marker>
            <c:symbol val="none"/>
          </c:marker>
          <c:val>
            <c:numRef>
              <c:f>Sheet1!$A$1:$A$101</c:f>
              <c:numCache>
                <c:formatCode>0.00E+00</c:formatCode>
                <c:ptCount val="101"/>
                <c:pt idx="0">
                  <c:v>1.64160160953663E-6</c:v>
                </c:pt>
                <c:pt idx="1">
                  <c:v>2.2510959287735901E-6</c:v>
                </c:pt>
                <c:pt idx="2">
                  <c:v>1.2837033678270101E-6</c:v>
                </c:pt>
                <c:pt idx="3">
                  <c:v>1.8488622564038999E-6</c:v>
                </c:pt>
                <c:pt idx="4">
                  <c:v>1.65900861959222E-6</c:v>
                </c:pt>
                <c:pt idx="5">
                  <c:v>1.38903092605779E-6</c:v>
                </c:pt>
                <c:pt idx="6">
                  <c:v>1.29879845367497E-6</c:v>
                </c:pt>
                <c:pt idx="7">
                  <c:v>2.2577807567980502E-6</c:v>
                </c:pt>
                <c:pt idx="8">
                  <c:v>7.1195347395303003E-7</c:v>
                </c:pt>
                <c:pt idx="9">
                  <c:v>1.1739674397048799E-6</c:v>
                </c:pt>
                <c:pt idx="10">
                  <c:v>1.7149176663178099E-6</c:v>
                </c:pt>
                <c:pt idx="11">
                  <c:v>2.5519927435713101E-6</c:v>
                </c:pt>
                <c:pt idx="12">
                  <c:v>1.6955222146286501E-6</c:v>
                </c:pt>
                <c:pt idx="13">
                  <c:v>1.9256432071124101E-6</c:v>
                </c:pt>
                <c:pt idx="14">
                  <c:v>1.9294052233664799E-6</c:v>
                </c:pt>
                <c:pt idx="15">
                  <c:v>1.4838905231240299E-6</c:v>
                </c:pt>
                <c:pt idx="16">
                  <c:v>1.9414989855803802E-6</c:v>
                </c:pt>
                <c:pt idx="17">
                  <c:v>1.8258111575963901E-6</c:v>
                </c:pt>
                <c:pt idx="18">
                  <c:v>1.8934683161386801E-6</c:v>
                </c:pt>
                <c:pt idx="19">
                  <c:v>1.3918155881142899E-6</c:v>
                </c:pt>
                <c:pt idx="20">
                  <c:v>1.67580175736148E-6</c:v>
                </c:pt>
                <c:pt idx="21">
                  <c:v>1.4542459276789501E-6</c:v>
                </c:pt>
                <c:pt idx="22">
                  <c:v>1.5215889770381299E-6</c:v>
                </c:pt>
                <c:pt idx="23">
                  <c:v>1.2796219377442199E-6</c:v>
                </c:pt>
                <c:pt idx="24">
                  <c:v>1.6805358324933899E-6</c:v>
                </c:pt>
                <c:pt idx="25">
                  <c:v>1.4440440205820599E-6</c:v>
                </c:pt>
                <c:pt idx="26">
                  <c:v>2.0013487038728001E-6</c:v>
                </c:pt>
                <c:pt idx="27">
                  <c:v>1.4250696829254299E-6</c:v>
                </c:pt>
                <c:pt idx="28">
                  <c:v>1.6855414670668899E-6</c:v>
                </c:pt>
                <c:pt idx="29">
                  <c:v>1.5088694269582701E-6</c:v>
                </c:pt>
                <c:pt idx="30">
                  <c:v>1.28705557411734E-6</c:v>
                </c:pt>
                <c:pt idx="31">
                  <c:v>1.4424910947941E-6</c:v>
                </c:pt>
                <c:pt idx="32">
                  <c:v>1.04899742492392E-6</c:v>
                </c:pt>
                <c:pt idx="33">
                  <c:v>1.6796923478779E-6</c:v>
                </c:pt>
                <c:pt idx="34">
                  <c:v>8.5404577854220002E-7</c:v>
                </c:pt>
                <c:pt idx="35">
                  <c:v>1.1891708147082599E-6</c:v>
                </c:pt>
                <c:pt idx="36">
                  <c:v>1.07120767345314E-6</c:v>
                </c:pt>
                <c:pt idx="37">
                  <c:v>9.613101377148319E-7</c:v>
                </c:pt>
                <c:pt idx="38">
                  <c:v>7.5300299262615003E-7</c:v>
                </c:pt>
                <c:pt idx="39">
                  <c:v>2.6311278400470402E-7</c:v>
                </c:pt>
                <c:pt idx="40">
                  <c:v>9.8457615105296207E-7</c:v>
                </c:pt>
                <c:pt idx="41">
                  <c:v>7.9362175631203503E-7</c:v>
                </c:pt>
                <c:pt idx="42">
                  <c:v>1.48028463864413E-6</c:v>
                </c:pt>
                <c:pt idx="43">
                  <c:v>1.0011729063563701E-6</c:v>
                </c:pt>
                <c:pt idx="44">
                  <c:v>1.00846454964553E-6</c:v>
                </c:pt>
                <c:pt idx="45">
                  <c:v>6.7751140075955597E-7</c:v>
                </c:pt>
                <c:pt idx="46">
                  <c:v>3.1644442732847701E-7</c:v>
                </c:pt>
                <c:pt idx="47">
                  <c:v>9.7095215356723898E-7</c:v>
                </c:pt>
                <c:pt idx="48">
                  <c:v>8.5418503048550999E-7</c:v>
                </c:pt>
                <c:pt idx="49">
                  <c:v>3.2891426071657203E-7</c:v>
                </c:pt>
                <c:pt idx="50">
                  <c:v>8.4788174969929699E-7</c:v>
                </c:pt>
                <c:pt idx="51">
                  <c:v>2.7993466411579901E-7</c:v>
                </c:pt>
                <c:pt idx="52">
                  <c:v>3.5963994982068899E-7</c:v>
                </c:pt>
                <c:pt idx="53">
                  <c:v>7.8069281861381501E-7</c:v>
                </c:pt>
                <c:pt idx="54">
                  <c:v>2.6185165746816999E-7</c:v>
                </c:pt>
                <c:pt idx="55">
                  <c:v>3.2237250113809E-7</c:v>
                </c:pt>
                <c:pt idx="56">
                  <c:v>4.8316322032171399E-7</c:v>
                </c:pt>
                <c:pt idx="57">
                  <c:v>3.9392310058339298E-7</c:v>
                </c:pt>
                <c:pt idx="58">
                  <c:v>5.6361895217627002E-7</c:v>
                </c:pt>
                <c:pt idx="59">
                  <c:v>2.0343998552441099E-7</c:v>
                </c:pt>
                <c:pt idx="60">
                  <c:v>2.5364396050164802E-7</c:v>
                </c:pt>
                <c:pt idx="61">
                  <c:v>3.0255125937905802E-7</c:v>
                </c:pt>
                <c:pt idx="62">
                  <c:v>3.3781080133188299E-7</c:v>
                </c:pt>
                <c:pt idx="63">
                  <c:v>3.1996128035949301E-7</c:v>
                </c:pt>
                <c:pt idx="64">
                  <c:v>1.66331942441644E-7</c:v>
                </c:pt>
                <c:pt idx="65">
                  <c:v>3.38681814371355E-7</c:v>
                </c:pt>
                <c:pt idx="66">
                  <c:v>2.9566741410746999E-7</c:v>
                </c:pt>
                <c:pt idx="67">
                  <c:v>2.7359189980202798E-7</c:v>
                </c:pt>
                <c:pt idx="68">
                  <c:v>5.3594681159729799E-7</c:v>
                </c:pt>
                <c:pt idx="69">
                  <c:v>1.04112364507358E-7</c:v>
                </c:pt>
                <c:pt idx="70">
                  <c:v>2.3704129503698799E-7</c:v>
                </c:pt>
                <c:pt idx="71">
                  <c:v>3.3433954427230998E-7</c:v>
                </c:pt>
                <c:pt idx="72">
                  <c:v>4.1557569785410898E-7</c:v>
                </c:pt>
                <c:pt idx="73">
                  <c:v>8.3662823335828294E-8</c:v>
                </c:pt>
                <c:pt idx="74">
                  <c:v>1.26532675004398E-7</c:v>
                </c:pt>
                <c:pt idx="75">
                  <c:v>1.78402689732237E-7</c:v>
                </c:pt>
                <c:pt idx="76">
                  <c:v>1.3585065516963299E-7</c:v>
                </c:pt>
                <c:pt idx="77">
                  <c:v>1.49478575517392E-7</c:v>
                </c:pt>
                <c:pt idx="78">
                  <c:v>1.62494669941892E-7</c:v>
                </c:pt>
                <c:pt idx="79">
                  <c:v>1.15592285299115E-7</c:v>
                </c:pt>
                <c:pt idx="80">
                  <c:v>1.8706486204500499E-7</c:v>
                </c:pt>
                <c:pt idx="81">
                  <c:v>1.2681463124053401E-7</c:v>
                </c:pt>
                <c:pt idx="82">
                  <c:v>1.14226919922799E-7</c:v>
                </c:pt>
                <c:pt idx="83">
                  <c:v>3.19829929207315E-7</c:v>
                </c:pt>
                <c:pt idx="84">
                  <c:v>2.07015226072471E-7</c:v>
                </c:pt>
                <c:pt idx="85">
                  <c:v>9.2682386654274698E-8</c:v>
                </c:pt>
                <c:pt idx="86">
                  <c:v>1.0778971804015201E-7</c:v>
                </c:pt>
                <c:pt idx="87">
                  <c:v>1.3093666373364901E-7</c:v>
                </c:pt>
                <c:pt idx="88">
                  <c:v>9.7212748961794606E-8</c:v>
                </c:pt>
                <c:pt idx="89">
                  <c:v>1.9058794453741201E-7</c:v>
                </c:pt>
                <c:pt idx="90">
                  <c:v>8.3889800439607103E-8</c:v>
                </c:pt>
                <c:pt idx="91">
                  <c:v>3.1180795589946702E-7</c:v>
                </c:pt>
                <c:pt idx="92">
                  <c:v>2.7102783084487198E-7</c:v>
                </c:pt>
                <c:pt idx="93">
                  <c:v>9.9538589370951005E-8</c:v>
                </c:pt>
                <c:pt idx="94">
                  <c:v>1.01525735374252E-7</c:v>
                </c:pt>
                <c:pt idx="95">
                  <c:v>8.0461502793838196E-8</c:v>
                </c:pt>
                <c:pt idx="96">
                  <c:v>1.05917199455518E-7</c:v>
                </c:pt>
                <c:pt idx="97">
                  <c:v>1.3782166385922699E-7</c:v>
                </c:pt>
                <c:pt idx="98">
                  <c:v>1.4747638132917E-7</c:v>
                </c:pt>
                <c:pt idx="99">
                  <c:v>1.4747638132917E-7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F1-4C1B-9A5D-D6F6E1FE5B11}"/>
            </c:ext>
          </c:extLst>
        </c:ser>
        <c:ser>
          <c:idx val="1"/>
          <c:order val="1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Sheet1!$B$1:$B$101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F1-4C1B-9A5D-D6F6E1FE5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3.0000000000000009E-6"/>
          <c:min val="0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6.0000000000000029E-7"/>
      </c:valAx>
    </c:plotArea>
    <c:legend>
      <c:legendPos val="b"/>
      <c:layout>
        <c:manualLayout>
          <c:xMode val="edge"/>
          <c:yMode val="edge"/>
          <c:x val="0.52485233457096936"/>
          <c:y val="0.12279578189300412"/>
          <c:w val="0.17275336374390179"/>
          <c:h val="0.344460231777787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rnd" cmpd="sng" algn="ctr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val>
            <c:numRef>
              <c:f>Sheet1!$A$1:$A$101</c:f>
              <c:numCache>
                <c:formatCode>0.00E+00</c:formatCode>
                <c:ptCount val="101"/>
                <c:pt idx="0">
                  <c:v>-0.55248909999999996</c:v>
                </c:pt>
                <c:pt idx="1">
                  <c:v>-0.74571929999999997</c:v>
                </c:pt>
                <c:pt idx="2">
                  <c:v>-0.81343089999999996</c:v>
                </c:pt>
                <c:pt idx="3">
                  <c:v>-0.78195769999999998</c:v>
                </c:pt>
                <c:pt idx="4">
                  <c:v>-0.75781549999999998</c:v>
                </c:pt>
                <c:pt idx="5">
                  <c:v>-0.77972419999999998</c:v>
                </c:pt>
                <c:pt idx="6">
                  <c:v>-0.81485600000000002</c:v>
                </c:pt>
                <c:pt idx="7">
                  <c:v>-0.83286919999999998</c:v>
                </c:pt>
                <c:pt idx="8">
                  <c:v>-0.83444079999999998</c:v>
                </c:pt>
                <c:pt idx="9">
                  <c:v>-0.83296879999999995</c:v>
                </c:pt>
                <c:pt idx="10">
                  <c:v>-0.83562449999999999</c:v>
                </c:pt>
                <c:pt idx="11">
                  <c:v>-0.84089610000000004</c:v>
                </c:pt>
                <c:pt idx="12">
                  <c:v>-0.84481689999999998</c:v>
                </c:pt>
                <c:pt idx="13">
                  <c:v>-0.84600140000000001</c:v>
                </c:pt>
                <c:pt idx="14">
                  <c:v>-0.8457095</c:v>
                </c:pt>
                <c:pt idx="15">
                  <c:v>-0.84533139999999996</c:v>
                </c:pt>
                <c:pt idx="16">
                  <c:v>-0.84505160000000001</c:v>
                </c:pt>
                <c:pt idx="17">
                  <c:v>-0.84440879999999996</c:v>
                </c:pt>
                <c:pt idx="18">
                  <c:v>-0.84317600000000004</c:v>
                </c:pt>
                <c:pt idx="19">
                  <c:v>-0.84151730000000002</c:v>
                </c:pt>
                <c:pt idx="20">
                  <c:v>-0.83967700000000001</c:v>
                </c:pt>
                <c:pt idx="21">
                  <c:v>-0.83776640000000002</c:v>
                </c:pt>
                <c:pt idx="22">
                  <c:v>-0.83579999999999999</c:v>
                </c:pt>
                <c:pt idx="23">
                  <c:v>-0.83380860000000001</c:v>
                </c:pt>
                <c:pt idx="24">
                  <c:v>-0.83187599999999995</c:v>
                </c:pt>
                <c:pt idx="25">
                  <c:v>-0.83010569999999995</c:v>
                </c:pt>
                <c:pt idx="26">
                  <c:v>-0.82858480000000001</c:v>
                </c:pt>
                <c:pt idx="27">
                  <c:v>-0.82737819999999995</c:v>
                </c:pt>
                <c:pt idx="28">
                  <c:v>-0.82653799999999999</c:v>
                </c:pt>
                <c:pt idx="29">
                  <c:v>-0.82610550000000005</c:v>
                </c:pt>
                <c:pt idx="30">
                  <c:v>-0.82610519999999998</c:v>
                </c:pt>
                <c:pt idx="31">
                  <c:v>-0.82653940000000004</c:v>
                </c:pt>
                <c:pt idx="32">
                  <c:v>-0.82738849999999997</c:v>
                </c:pt>
                <c:pt idx="33">
                  <c:v>-0.82861430000000003</c:v>
                </c:pt>
                <c:pt idx="34">
                  <c:v>-0.83016290000000004</c:v>
                </c:pt>
                <c:pt idx="35">
                  <c:v>-0.8319685</c:v>
                </c:pt>
                <c:pt idx="36">
                  <c:v>-0.83395569999999997</c:v>
                </c:pt>
                <c:pt idx="37">
                  <c:v>-0.83604319999999999</c:v>
                </c:pt>
                <c:pt idx="38">
                  <c:v>-0.83814739999999999</c:v>
                </c:pt>
                <c:pt idx="39">
                  <c:v>-0.84018649999999995</c:v>
                </c:pt>
                <c:pt idx="40">
                  <c:v>-0.84208369999999999</c:v>
                </c:pt>
                <c:pt idx="41">
                  <c:v>-0.84376980000000001</c:v>
                </c:pt>
                <c:pt idx="42">
                  <c:v>-0.84518599999999999</c:v>
                </c:pt>
                <c:pt idx="43">
                  <c:v>-0.84628519999999996</c:v>
                </c:pt>
                <c:pt idx="44">
                  <c:v>-0.84703340000000005</c:v>
                </c:pt>
                <c:pt idx="45">
                  <c:v>-0.84741080000000002</c:v>
                </c:pt>
                <c:pt idx="46">
                  <c:v>-0.84741109999999997</c:v>
                </c:pt>
                <c:pt idx="47">
                  <c:v>-0.84704239999999997</c:v>
                </c:pt>
                <c:pt idx="48">
                  <c:v>-0.84632640000000003</c:v>
                </c:pt>
                <c:pt idx="49">
                  <c:v>-0.84529810000000005</c:v>
                </c:pt>
                <c:pt idx="50">
                  <c:v>-0.84400549999999996</c:v>
                </c:pt>
                <c:pt idx="51">
                  <c:v>-0.8425087</c:v>
                </c:pt>
                <c:pt idx="52">
                  <c:v>-0.84087880000000004</c:v>
                </c:pt>
                <c:pt idx="53">
                  <c:v>-0.83919639999999995</c:v>
                </c:pt>
                <c:pt idx="54">
                  <c:v>-0.83754879999999998</c:v>
                </c:pt>
                <c:pt idx="55">
                  <c:v>-0.83602529999999997</c:v>
                </c:pt>
                <c:pt idx="56">
                  <c:v>-0.83471169999999995</c:v>
                </c:pt>
                <c:pt idx="57">
                  <c:v>-0.83368410000000004</c:v>
                </c:pt>
                <c:pt idx="58">
                  <c:v>-0.83300240000000003</c:v>
                </c:pt>
                <c:pt idx="59">
                  <c:v>-0.83270480000000002</c:v>
                </c:pt>
                <c:pt idx="60">
                  <c:v>-0.83280509999999996</c:v>
                </c:pt>
                <c:pt idx="61">
                  <c:v>-0.83329160000000002</c:v>
                </c:pt>
                <c:pt idx="62">
                  <c:v>-0.83412929999999996</c:v>
                </c:pt>
                <c:pt idx="63">
                  <c:v>-0.83526420000000001</c:v>
                </c:pt>
                <c:pt idx="64">
                  <c:v>-0.83662820000000004</c:v>
                </c:pt>
                <c:pt idx="65">
                  <c:v>-0.83814509999999998</c:v>
                </c:pt>
                <c:pt idx="66">
                  <c:v>-0.83973640000000005</c:v>
                </c:pt>
                <c:pt idx="67">
                  <c:v>-0.84132589999999996</c:v>
                </c:pt>
                <c:pt idx="68">
                  <c:v>-0.84284369999999997</c:v>
                </c:pt>
                <c:pt idx="69">
                  <c:v>-0.84422889999999995</c:v>
                </c:pt>
                <c:pt idx="70">
                  <c:v>-0.84543140000000006</c:v>
                </c:pt>
                <c:pt idx="71">
                  <c:v>-0.84641299999999997</c:v>
                </c:pt>
                <c:pt idx="72">
                  <c:v>-0.84714719999999999</c:v>
                </c:pt>
                <c:pt idx="73">
                  <c:v>-0.84761949999999997</c:v>
                </c:pt>
                <c:pt idx="74">
                  <c:v>-0.84782650000000004</c:v>
                </c:pt>
                <c:pt idx="75">
                  <c:v>-0.84777480000000005</c:v>
                </c:pt>
                <c:pt idx="76">
                  <c:v>-0.84748069999999998</c:v>
                </c:pt>
                <c:pt idx="77">
                  <c:v>-0.8469681</c:v>
                </c:pt>
                <c:pt idx="78">
                  <c:v>-0.84626800000000002</c:v>
                </c:pt>
                <c:pt idx="79">
                  <c:v>-0.84541650000000002</c:v>
                </c:pt>
                <c:pt idx="80">
                  <c:v>-0.84445369999999997</c:v>
                </c:pt>
                <c:pt idx="81">
                  <c:v>-0.84342209999999995</c:v>
                </c:pt>
                <c:pt idx="82">
                  <c:v>-0.84236500000000003</c:v>
                </c:pt>
                <c:pt idx="83">
                  <c:v>-0.8413254</c:v>
                </c:pt>
                <c:pt idx="84">
                  <c:v>-0.84034430000000004</c:v>
                </c:pt>
                <c:pt idx="85">
                  <c:v>-0.83945950000000003</c:v>
                </c:pt>
                <c:pt idx="86">
                  <c:v>-0.83870449999999996</c:v>
                </c:pt>
                <c:pt idx="87">
                  <c:v>-0.83810759999999995</c:v>
                </c:pt>
                <c:pt idx="88">
                  <c:v>-0.83769059999999995</c:v>
                </c:pt>
                <c:pt idx="89">
                  <c:v>-0.83746860000000001</c:v>
                </c:pt>
                <c:pt idx="90">
                  <c:v>-0.83744960000000002</c:v>
                </c:pt>
                <c:pt idx="91">
                  <c:v>-0.83763350000000003</c:v>
                </c:pt>
                <c:pt idx="92">
                  <c:v>-0.83801309999999996</c:v>
                </c:pt>
                <c:pt idx="93">
                  <c:v>-0.83857369999999998</c:v>
                </c:pt>
                <c:pt idx="94">
                  <c:v>-0.83929359999999997</c:v>
                </c:pt>
                <c:pt idx="95">
                  <c:v>-0.84014509999999998</c:v>
                </c:pt>
                <c:pt idx="96">
                  <c:v>-0.84109520000000004</c:v>
                </c:pt>
                <c:pt idx="97">
                  <c:v>-0.84210700000000005</c:v>
                </c:pt>
                <c:pt idx="98">
                  <c:v>-0.84314080000000002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B5-47DD-97DD-6F166A6FA8CB}"/>
            </c:ext>
          </c:extLst>
        </c:ser>
        <c:ser>
          <c:idx val="1"/>
          <c:order val="1"/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</c:marker>
          <c:val>
            <c:numRef>
              <c:f>Sheet1!$C$1:$C$101</c:f>
              <c:numCache>
                <c:formatCode>0.00E+00</c:formatCode>
                <c:ptCount val="101"/>
                <c:pt idx="0">
                  <c:v>-0.47500829999999999</c:v>
                </c:pt>
                <c:pt idx="1">
                  <c:v>-0.4803905</c:v>
                </c:pt>
                <c:pt idx="2">
                  <c:v>-0.49282330000000002</c:v>
                </c:pt>
                <c:pt idx="3">
                  <c:v>-0.4975736</c:v>
                </c:pt>
                <c:pt idx="4">
                  <c:v>-0.50559609999999999</c:v>
                </c:pt>
                <c:pt idx="5">
                  <c:v>-0.51198259999999995</c:v>
                </c:pt>
                <c:pt idx="6">
                  <c:v>-0.52071400000000001</c:v>
                </c:pt>
                <c:pt idx="7">
                  <c:v>-0.5259296</c:v>
                </c:pt>
                <c:pt idx="8">
                  <c:v>-0.53433489999999995</c:v>
                </c:pt>
                <c:pt idx="9">
                  <c:v>-0.54066159999999996</c:v>
                </c:pt>
                <c:pt idx="10">
                  <c:v>-0.54752670000000003</c:v>
                </c:pt>
                <c:pt idx="11">
                  <c:v>-0.55301100000000003</c:v>
                </c:pt>
                <c:pt idx="12">
                  <c:v>-0.56017640000000002</c:v>
                </c:pt>
                <c:pt idx="13">
                  <c:v>-0.56725959999999997</c:v>
                </c:pt>
                <c:pt idx="14">
                  <c:v>-0.57297140000000002</c:v>
                </c:pt>
                <c:pt idx="15">
                  <c:v>-0.58176799999999995</c:v>
                </c:pt>
                <c:pt idx="16">
                  <c:v>-0.58709230000000001</c:v>
                </c:pt>
                <c:pt idx="17">
                  <c:v>-0.592831</c:v>
                </c:pt>
                <c:pt idx="18">
                  <c:v>-0.59771620000000003</c:v>
                </c:pt>
                <c:pt idx="19">
                  <c:v>-0.60151200000000005</c:v>
                </c:pt>
                <c:pt idx="20">
                  <c:v>-0.6082689</c:v>
                </c:pt>
                <c:pt idx="21">
                  <c:v>-0.61221389999999998</c:v>
                </c:pt>
                <c:pt idx="22">
                  <c:v>-0.61951730000000005</c:v>
                </c:pt>
                <c:pt idx="23">
                  <c:v>-0.62542759999999997</c:v>
                </c:pt>
                <c:pt idx="24">
                  <c:v>-0.62945470000000003</c:v>
                </c:pt>
                <c:pt idx="25">
                  <c:v>-0.63431559999999998</c:v>
                </c:pt>
                <c:pt idx="26">
                  <c:v>-0.6397969</c:v>
                </c:pt>
                <c:pt idx="27">
                  <c:v>-0.64267099999999999</c:v>
                </c:pt>
                <c:pt idx="28">
                  <c:v>-0.64688109999999999</c:v>
                </c:pt>
                <c:pt idx="29">
                  <c:v>-0.65226170000000006</c:v>
                </c:pt>
                <c:pt idx="30">
                  <c:v>-0.65625489999999997</c:v>
                </c:pt>
                <c:pt idx="31">
                  <c:v>-0.6599737</c:v>
                </c:pt>
                <c:pt idx="32">
                  <c:v>-0.66347339999999999</c:v>
                </c:pt>
                <c:pt idx="33">
                  <c:v>-0.66752509999999998</c:v>
                </c:pt>
                <c:pt idx="34">
                  <c:v>-0.67148569999999996</c:v>
                </c:pt>
                <c:pt idx="35">
                  <c:v>-0.67549740000000003</c:v>
                </c:pt>
                <c:pt idx="36">
                  <c:v>-0.67900959999999999</c:v>
                </c:pt>
                <c:pt idx="37">
                  <c:v>-0.68289529999999998</c:v>
                </c:pt>
                <c:pt idx="38">
                  <c:v>-0.68606489999999998</c:v>
                </c:pt>
                <c:pt idx="39">
                  <c:v>-0.68951180000000001</c:v>
                </c:pt>
                <c:pt idx="40">
                  <c:v>-0.69230749999999996</c:v>
                </c:pt>
                <c:pt idx="41">
                  <c:v>-0.69532879999999997</c:v>
                </c:pt>
                <c:pt idx="42">
                  <c:v>-0.69864179999999998</c:v>
                </c:pt>
                <c:pt idx="43">
                  <c:v>-0.70004089999999997</c:v>
                </c:pt>
                <c:pt idx="44">
                  <c:v>-0.70226149999999998</c:v>
                </c:pt>
                <c:pt idx="45">
                  <c:v>-0.70518000000000003</c:v>
                </c:pt>
                <c:pt idx="46">
                  <c:v>-0.70770330000000004</c:v>
                </c:pt>
                <c:pt idx="47">
                  <c:v>-0.7102349</c:v>
                </c:pt>
                <c:pt idx="48">
                  <c:v>-0.71247119999999997</c:v>
                </c:pt>
                <c:pt idx="49">
                  <c:v>-0.71447519999999998</c:v>
                </c:pt>
                <c:pt idx="50">
                  <c:v>-0.71647930000000004</c:v>
                </c:pt>
                <c:pt idx="51">
                  <c:v>-0.71815260000000003</c:v>
                </c:pt>
                <c:pt idx="52">
                  <c:v>-0.72008669999999997</c:v>
                </c:pt>
                <c:pt idx="53">
                  <c:v>-0.72172519999999996</c:v>
                </c:pt>
                <c:pt idx="54">
                  <c:v>-0.72313819999999995</c:v>
                </c:pt>
                <c:pt idx="55">
                  <c:v>-0.72471470000000004</c:v>
                </c:pt>
                <c:pt idx="56">
                  <c:v>-0.726248</c:v>
                </c:pt>
                <c:pt idx="57">
                  <c:v>-0.72766019999999998</c:v>
                </c:pt>
                <c:pt idx="58">
                  <c:v>-0.72914979999999996</c:v>
                </c:pt>
                <c:pt idx="59">
                  <c:v>-0.73035810000000001</c:v>
                </c:pt>
                <c:pt idx="60">
                  <c:v>-0.73170829999999998</c:v>
                </c:pt>
                <c:pt idx="61">
                  <c:v>-0.73241789999999996</c:v>
                </c:pt>
                <c:pt idx="62">
                  <c:v>-0.73364110000000005</c:v>
                </c:pt>
                <c:pt idx="63">
                  <c:v>-0.73489329999999997</c:v>
                </c:pt>
                <c:pt idx="64">
                  <c:v>-0.73587979999999997</c:v>
                </c:pt>
                <c:pt idx="65">
                  <c:v>-0.73680089999999998</c:v>
                </c:pt>
                <c:pt idx="66">
                  <c:v>-0.73778259999999996</c:v>
                </c:pt>
                <c:pt idx="67">
                  <c:v>-0.73877939999999998</c:v>
                </c:pt>
                <c:pt idx="68">
                  <c:v>-0.73930549999999995</c:v>
                </c:pt>
                <c:pt idx="69">
                  <c:v>-0.7400255</c:v>
                </c:pt>
                <c:pt idx="70">
                  <c:v>-0.74076010000000003</c:v>
                </c:pt>
                <c:pt idx="71">
                  <c:v>-0.74150059999999995</c:v>
                </c:pt>
                <c:pt idx="72">
                  <c:v>-0.74211380000000005</c:v>
                </c:pt>
                <c:pt idx="73">
                  <c:v>-0.74270219999999998</c:v>
                </c:pt>
                <c:pt idx="74">
                  <c:v>-0.74334169999999999</c:v>
                </c:pt>
                <c:pt idx="75">
                  <c:v>-0.74396490000000004</c:v>
                </c:pt>
                <c:pt idx="76">
                  <c:v>-0.74446159999999995</c:v>
                </c:pt>
                <c:pt idx="77">
                  <c:v>-0.74497959999999996</c:v>
                </c:pt>
                <c:pt idx="78">
                  <c:v>-0.74546270000000003</c:v>
                </c:pt>
                <c:pt idx="79">
                  <c:v>-0.74599329999999997</c:v>
                </c:pt>
                <c:pt idx="80">
                  <c:v>-0.74643440000000005</c:v>
                </c:pt>
                <c:pt idx="81">
                  <c:v>-0.7468844</c:v>
                </c:pt>
                <c:pt idx="82">
                  <c:v>-0.74726090000000001</c:v>
                </c:pt>
                <c:pt idx="83">
                  <c:v>-0.74764960000000003</c:v>
                </c:pt>
                <c:pt idx="84">
                  <c:v>-0.74806779999999995</c:v>
                </c:pt>
                <c:pt idx="85">
                  <c:v>-0.74831599999999998</c:v>
                </c:pt>
                <c:pt idx="86">
                  <c:v>-0.74862169999999995</c:v>
                </c:pt>
                <c:pt idx="87">
                  <c:v>-0.74905759999999999</c:v>
                </c:pt>
                <c:pt idx="88">
                  <c:v>-0.7495889</c:v>
                </c:pt>
                <c:pt idx="89">
                  <c:v>-0.74983339999999998</c:v>
                </c:pt>
                <c:pt idx="90">
                  <c:v>-0.75013169999999996</c:v>
                </c:pt>
                <c:pt idx="91">
                  <c:v>-0.75050629999999996</c:v>
                </c:pt>
                <c:pt idx="92">
                  <c:v>-0.75087479999999995</c:v>
                </c:pt>
                <c:pt idx="93">
                  <c:v>-0.75116190000000005</c:v>
                </c:pt>
                <c:pt idx="94">
                  <c:v>-0.75137620000000005</c:v>
                </c:pt>
                <c:pt idx="95">
                  <c:v>-0.75167819999999996</c:v>
                </c:pt>
                <c:pt idx="96">
                  <c:v>-0.75205759999999999</c:v>
                </c:pt>
                <c:pt idx="97">
                  <c:v>-0.75239560000000005</c:v>
                </c:pt>
                <c:pt idx="98">
                  <c:v>-0.7526043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B5-47DD-97DD-6F166A6FA8CB}"/>
            </c:ext>
          </c:extLst>
        </c:ser>
        <c:ser>
          <c:idx val="2"/>
          <c:order val="2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Sheet1!$D$1:$D$101</c:f>
              <c:numCache>
                <c:formatCode>0.00E+00</c:formatCode>
                <c:ptCount val="101"/>
                <c:pt idx="0">
                  <c:v>-0.53929800000000006</c:v>
                </c:pt>
                <c:pt idx="1">
                  <c:v>-0.68241660000000004</c:v>
                </c:pt>
                <c:pt idx="2">
                  <c:v>-0.6939343</c:v>
                </c:pt>
                <c:pt idx="3">
                  <c:v>-0.67189989999999999</c:v>
                </c:pt>
                <c:pt idx="4">
                  <c:v>-0.69260739999999998</c:v>
                </c:pt>
                <c:pt idx="5">
                  <c:v>-0.7175956</c:v>
                </c:pt>
                <c:pt idx="6">
                  <c:v>-0.72660990000000003</c:v>
                </c:pt>
                <c:pt idx="7">
                  <c:v>-0.72916899999999996</c:v>
                </c:pt>
                <c:pt idx="8">
                  <c:v>-0.73309139999999995</c:v>
                </c:pt>
                <c:pt idx="9">
                  <c:v>-0.73763040000000002</c:v>
                </c:pt>
                <c:pt idx="10">
                  <c:v>-0.74025280000000004</c:v>
                </c:pt>
                <c:pt idx="11">
                  <c:v>-0.7409405</c:v>
                </c:pt>
                <c:pt idx="12">
                  <c:v>-0.74075409999999997</c:v>
                </c:pt>
                <c:pt idx="13">
                  <c:v>-0.7400042</c:v>
                </c:pt>
                <c:pt idx="14">
                  <c:v>-0.73857010000000001</c:v>
                </c:pt>
                <c:pt idx="15">
                  <c:v>-0.7365062</c:v>
                </c:pt>
                <c:pt idx="16">
                  <c:v>-0.73399950000000003</c:v>
                </c:pt>
                <c:pt idx="17">
                  <c:v>-0.73122240000000005</c:v>
                </c:pt>
                <c:pt idx="18">
                  <c:v>-0.72833990000000004</c:v>
                </c:pt>
                <c:pt idx="19">
                  <c:v>-0.72553060000000003</c:v>
                </c:pt>
                <c:pt idx="20">
                  <c:v>-0.72296760000000004</c:v>
                </c:pt>
                <c:pt idx="21">
                  <c:v>-0.72080310000000003</c:v>
                </c:pt>
                <c:pt idx="22">
                  <c:v>-0.71916740000000001</c:v>
                </c:pt>
                <c:pt idx="23">
                  <c:v>-0.71816579999999997</c:v>
                </c:pt>
                <c:pt idx="24">
                  <c:v>-0.71786819999999996</c:v>
                </c:pt>
                <c:pt idx="25">
                  <c:v>-0.71829969999999999</c:v>
                </c:pt>
                <c:pt idx="26">
                  <c:v>-0.71943650000000003</c:v>
                </c:pt>
                <c:pt idx="27">
                  <c:v>-0.72120819999999997</c:v>
                </c:pt>
                <c:pt idx="28">
                  <c:v>-0.72350429999999999</c:v>
                </c:pt>
                <c:pt idx="29">
                  <c:v>-0.72618389999999999</c:v>
                </c:pt>
                <c:pt idx="30">
                  <c:v>-0.72908700000000004</c:v>
                </c:pt>
                <c:pt idx="31">
                  <c:v>-0.73204579999999997</c:v>
                </c:pt>
                <c:pt idx="32">
                  <c:v>-0.73489439999999995</c:v>
                </c:pt>
                <c:pt idx="33">
                  <c:v>-0.73747830000000003</c:v>
                </c:pt>
                <c:pt idx="34">
                  <c:v>-0.73966299999999996</c:v>
                </c:pt>
                <c:pt idx="35">
                  <c:v>-0.74134049999999996</c:v>
                </c:pt>
                <c:pt idx="36">
                  <c:v>-0.74243459999999994</c:v>
                </c:pt>
                <c:pt idx="37">
                  <c:v>-0.74290429999999996</c:v>
                </c:pt>
                <c:pt idx="38">
                  <c:v>-0.74274479999999998</c:v>
                </c:pt>
                <c:pt idx="39">
                  <c:v>-0.74198790000000003</c:v>
                </c:pt>
                <c:pt idx="40">
                  <c:v>-0.74070009999999997</c:v>
                </c:pt>
                <c:pt idx="41">
                  <c:v>-0.73897930000000001</c:v>
                </c:pt>
                <c:pt idx="42">
                  <c:v>-0.73694979999999999</c:v>
                </c:pt>
                <c:pt idx="43">
                  <c:v>-0.73475559999999995</c:v>
                </c:pt>
                <c:pt idx="44">
                  <c:v>-0.73255239999999999</c:v>
                </c:pt>
                <c:pt idx="45">
                  <c:v>-0.73049779999999997</c:v>
                </c:pt>
                <c:pt idx="46">
                  <c:v>-0.72874019999999995</c:v>
                </c:pt>
                <c:pt idx="47">
                  <c:v>-0.72740760000000004</c:v>
                </c:pt>
                <c:pt idx="48">
                  <c:v>-0.72659700000000005</c:v>
                </c:pt>
                <c:pt idx="49">
                  <c:v>-0.72636489999999998</c:v>
                </c:pt>
                <c:pt idx="50">
                  <c:v>-0.72672300000000001</c:v>
                </c:pt>
                <c:pt idx="51">
                  <c:v>-0.72763690000000003</c:v>
                </c:pt>
                <c:pt idx="52">
                  <c:v>-0.72903039999999997</c:v>
                </c:pt>
                <c:pt idx="53">
                  <c:v>-0.7307939</c:v>
                </c:pt>
                <c:pt idx="54">
                  <c:v>-0.7327958</c:v>
                </c:pt>
                <c:pt idx="55">
                  <c:v>-0.73489490000000002</c:v>
                </c:pt>
                <c:pt idx="56">
                  <c:v>-0.7369523</c:v>
                </c:pt>
                <c:pt idx="57">
                  <c:v>-0.7388422</c:v>
                </c:pt>
                <c:pt idx="58">
                  <c:v>-0.74045939999999999</c:v>
                </c:pt>
                <c:pt idx="59">
                  <c:v>-0.74172479999999996</c:v>
                </c:pt>
                <c:pt idx="60">
                  <c:v>-0.74258729999999995</c:v>
                </c:pt>
                <c:pt idx="61">
                  <c:v>-0.74302389999999996</c:v>
                </c:pt>
                <c:pt idx="62">
                  <c:v>-0.74303810000000003</c:v>
                </c:pt>
                <c:pt idx="63">
                  <c:v>-0.74265729999999996</c:v>
                </c:pt>
                <c:pt idx="64">
                  <c:v>-0.7419289</c:v>
                </c:pt>
                <c:pt idx="65">
                  <c:v>-0.74091649999999998</c:v>
                </c:pt>
                <c:pt idx="66">
                  <c:v>-0.73969589999999996</c:v>
                </c:pt>
                <c:pt idx="67">
                  <c:v>-0.73835019999999996</c:v>
                </c:pt>
                <c:pt idx="68">
                  <c:v>-0.7369658</c:v>
                </c:pt>
                <c:pt idx="69">
                  <c:v>-0.73562799999999995</c:v>
                </c:pt>
                <c:pt idx="70">
                  <c:v>-0.73441650000000003</c:v>
                </c:pt>
                <c:pt idx="71">
                  <c:v>-0.73340170000000005</c:v>
                </c:pt>
                <c:pt idx="72">
                  <c:v>-0.7326414</c:v>
                </c:pt>
                <c:pt idx="73">
                  <c:v>-0.73217759999999998</c:v>
                </c:pt>
                <c:pt idx="74">
                  <c:v>-0.73203499999999999</c:v>
                </c:pt>
                <c:pt idx="75">
                  <c:v>-0.73221959999999997</c:v>
                </c:pt>
                <c:pt idx="76">
                  <c:v>-0.73271839999999999</c:v>
                </c:pt>
                <c:pt idx="77">
                  <c:v>-0.73350040000000005</c:v>
                </c:pt>
                <c:pt idx="78">
                  <c:v>-0.73451840000000002</c:v>
                </c:pt>
                <c:pt idx="79">
                  <c:v>-0.73571209999999998</c:v>
                </c:pt>
                <c:pt idx="80">
                  <c:v>-0.73701150000000004</c:v>
                </c:pt>
                <c:pt idx="81">
                  <c:v>-0.73834129999999998</c:v>
                </c:pt>
                <c:pt idx="82">
                  <c:v>-0.73962550000000005</c:v>
                </c:pt>
                <c:pt idx="83">
                  <c:v>-0.74079200000000001</c:v>
                </c:pt>
                <c:pt idx="84">
                  <c:v>-0.74177700000000002</c:v>
                </c:pt>
                <c:pt idx="85">
                  <c:v>-0.74252870000000004</c:v>
                </c:pt>
                <c:pt idx="86">
                  <c:v>-0.74301059999999997</c:v>
                </c:pt>
                <c:pt idx="87">
                  <c:v>-0.74320350000000002</c:v>
                </c:pt>
                <c:pt idx="88">
                  <c:v>-0.7431063</c:v>
                </c:pt>
                <c:pt idx="89">
                  <c:v>-0.74273630000000002</c:v>
                </c:pt>
                <c:pt idx="90">
                  <c:v>-0.74212769999999995</c:v>
                </c:pt>
                <c:pt idx="91">
                  <c:v>-0.74132900000000002</c:v>
                </c:pt>
                <c:pt idx="92">
                  <c:v>-0.74040030000000001</c:v>
                </c:pt>
                <c:pt idx="93">
                  <c:v>-0.73940899999999998</c:v>
                </c:pt>
                <c:pt idx="94">
                  <c:v>-0.7384252</c:v>
                </c:pt>
                <c:pt idx="95">
                  <c:v>-0.73751719999999998</c:v>
                </c:pt>
                <c:pt idx="96">
                  <c:v>-0.73674700000000004</c:v>
                </c:pt>
                <c:pt idx="97">
                  <c:v>-0.73616579999999998</c:v>
                </c:pt>
                <c:pt idx="98">
                  <c:v>-0.73581079999999999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BB5-47DD-97DD-6F166A6FA8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0"/>
          <c:min val="-1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0.25"/>
      </c:valAx>
    </c:plotArea>
    <c:legend>
      <c:legendPos val="b"/>
      <c:layout>
        <c:manualLayout>
          <c:xMode val="edge"/>
          <c:yMode val="edge"/>
          <c:x val="0.56934576527852898"/>
          <c:y val="2.795682422754246E-3"/>
          <c:w val="0.14387857834579901"/>
          <c:h val="0.592362390014323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lang="zh-CN"/>
      </a:pPr>
      <a:endParaRPr lang="zh-CN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Sheet1!$B$1:$B$101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BC-458B-85E7-76C97FCD8016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Sheet1!$AM$1:$AM$101</c:f>
              <c:numCache>
                <c:formatCode>General</c:formatCode>
                <c:ptCount val="101"/>
                <c:pt idx="0">
                  <c:v>2.6563454856932101E-13</c:v>
                </c:pt>
                <c:pt idx="1">
                  <c:v>0.107032116152281</c:v>
                </c:pt>
                <c:pt idx="2">
                  <c:v>0.39397947684130202</c:v>
                </c:pt>
                <c:pt idx="3">
                  <c:v>0.44613194066054901</c:v>
                </c:pt>
                <c:pt idx="4">
                  <c:v>0.256407676798309</c:v>
                </c:pt>
                <c:pt idx="5">
                  <c:v>0.22749055205721799</c:v>
                </c:pt>
                <c:pt idx="6">
                  <c:v>0.27373695382582702</c:v>
                </c:pt>
                <c:pt idx="7">
                  <c:v>0.28437571157740299</c:v>
                </c:pt>
                <c:pt idx="8">
                  <c:v>0.27574736221221302</c:v>
                </c:pt>
                <c:pt idx="9">
                  <c:v>0.28830569046445897</c:v>
                </c:pt>
                <c:pt idx="10">
                  <c:v>0.317898804552392</c:v>
                </c:pt>
                <c:pt idx="11">
                  <c:v>0.35118295207531602</c:v>
                </c:pt>
                <c:pt idx="12">
                  <c:v>0.37047618747063099</c:v>
                </c:pt>
                <c:pt idx="13">
                  <c:v>0.37271287581322998</c:v>
                </c:pt>
                <c:pt idx="14">
                  <c:v>6.3863513679603004E-4</c:v>
                </c:pt>
                <c:pt idx="15">
                  <c:v>5.8368773352931395E-4</c:v>
                </c:pt>
                <c:pt idx="16">
                  <c:v>5.8649200550609296E-4</c:v>
                </c:pt>
                <c:pt idx="17">
                  <c:v>5.9811090694374201E-4</c:v>
                </c:pt>
                <c:pt idx="18">
                  <c:v>5.7143773926117403E-4</c:v>
                </c:pt>
                <c:pt idx="19">
                  <c:v>5.1456873932752896E-4</c:v>
                </c:pt>
                <c:pt idx="20">
                  <c:v>4.5105471386399298E-4</c:v>
                </c:pt>
                <c:pt idx="21">
                  <c:v>3.9829957528668202E-4</c:v>
                </c:pt>
                <c:pt idx="22">
                  <c:v>1.92160322549884E-4</c:v>
                </c:pt>
                <c:pt idx="23">
                  <c:v>1.67270021021837E-5</c:v>
                </c:pt>
                <c:pt idx="24">
                  <c:v>1.82799860290064E-8</c:v>
                </c:pt>
                <c:pt idx="25">
                  <c:v>1.2934785679996199E-8</c:v>
                </c:pt>
                <c:pt idx="26">
                  <c:v>9.7824513810763901E-9</c:v>
                </c:pt>
                <c:pt idx="27">
                  <c:v>1.08128443261844E-8</c:v>
                </c:pt>
                <c:pt idx="28">
                  <c:v>1.5009975242494901E-8</c:v>
                </c:pt>
                <c:pt idx="29">
                  <c:v>1.9439054728186301E-8</c:v>
                </c:pt>
                <c:pt idx="30">
                  <c:v>2.2019593327342199E-8</c:v>
                </c:pt>
                <c:pt idx="31">
                  <c:v>2.26887817496547E-8</c:v>
                </c:pt>
                <c:pt idx="32">
                  <c:v>2.2298636367662499E-8</c:v>
                </c:pt>
                <c:pt idx="33">
                  <c:v>1.18285323062325E-7</c:v>
                </c:pt>
                <c:pt idx="34">
                  <c:v>9.7311229945093396E-6</c:v>
                </c:pt>
                <c:pt idx="35">
                  <c:v>4.9865843999728299E-5</c:v>
                </c:pt>
                <c:pt idx="36">
                  <c:v>2.99909690831792E-4</c:v>
                </c:pt>
                <c:pt idx="37">
                  <c:v>3.3523854176528603E-4</c:v>
                </c:pt>
                <c:pt idx="38">
                  <c:v>3.4535141848273602E-4</c:v>
                </c:pt>
                <c:pt idx="39">
                  <c:v>0.170283052378712</c:v>
                </c:pt>
                <c:pt idx="40">
                  <c:v>0.21780222266528801</c:v>
                </c:pt>
                <c:pt idx="41">
                  <c:v>0.207093368902078</c:v>
                </c:pt>
                <c:pt idx="42">
                  <c:v>0.18938801359138999</c:v>
                </c:pt>
                <c:pt idx="43">
                  <c:v>0.16582298875696699</c:v>
                </c:pt>
                <c:pt idx="44">
                  <c:v>0.13816084646829299</c:v>
                </c:pt>
                <c:pt idx="45">
                  <c:v>0.108688284486779</c:v>
                </c:pt>
                <c:pt idx="46">
                  <c:v>7.9834387830909903E-2</c:v>
                </c:pt>
                <c:pt idx="47">
                  <c:v>5.3792702862209101E-2</c:v>
                </c:pt>
                <c:pt idx="48">
                  <c:v>3.2265736153272898E-2</c:v>
                </c:pt>
                <c:pt idx="49">
                  <c:v>1.6308284829182E-2</c:v>
                </c:pt>
                <c:pt idx="50">
                  <c:v>6.4711340446583698E-3</c:v>
                </c:pt>
                <c:pt idx="51">
                  <c:v>2.42344839405839E-3</c:v>
                </c:pt>
                <c:pt idx="52">
                  <c:v>2.7726734627446098E-3</c:v>
                </c:pt>
                <c:pt idx="53">
                  <c:v>7.0586169025506204E-3</c:v>
                </c:pt>
                <c:pt idx="54">
                  <c:v>1.44954080760029E-2</c:v>
                </c:pt>
                <c:pt idx="55">
                  <c:v>2.39349616107641E-2</c:v>
                </c:pt>
                <c:pt idx="56">
                  <c:v>3.4534984426225997E-2</c:v>
                </c:pt>
                <c:pt idx="57">
                  <c:v>4.5611061207033003E-2</c:v>
                </c:pt>
                <c:pt idx="58">
                  <c:v>5.6585166676247502E-2</c:v>
                </c:pt>
                <c:pt idx="59">
                  <c:v>6.6931140930540298E-2</c:v>
                </c:pt>
                <c:pt idx="60">
                  <c:v>7.6154517214922501E-2</c:v>
                </c:pt>
                <c:pt idx="61">
                  <c:v>8.3780216956541295E-2</c:v>
                </c:pt>
                <c:pt idx="62">
                  <c:v>8.9362456881191599E-2</c:v>
                </c:pt>
                <c:pt idx="63">
                  <c:v>9.2515754365997405E-2</c:v>
                </c:pt>
                <c:pt idx="64">
                  <c:v>9.2957207327273098E-2</c:v>
                </c:pt>
                <c:pt idx="65">
                  <c:v>2.4521047975591601E-2</c:v>
                </c:pt>
                <c:pt idx="66">
                  <c:v>8.5720958023137398E-3</c:v>
                </c:pt>
                <c:pt idx="67">
                  <c:v>2.1540976923169801E-2</c:v>
                </c:pt>
                <c:pt idx="68">
                  <c:v>6.9788739231763696E-3</c:v>
                </c:pt>
                <c:pt idx="69">
                  <c:v>9.7475927099824398E-5</c:v>
                </c:pt>
                <c:pt idx="70">
                  <c:v>8.3961838516629495E-5</c:v>
                </c:pt>
                <c:pt idx="71">
                  <c:v>6.8175720593549596E-5</c:v>
                </c:pt>
                <c:pt idx="72">
                  <c:v>5.2183987527325103E-5</c:v>
                </c:pt>
                <c:pt idx="73">
                  <c:v>3.7548783495698103E-5</c:v>
                </c:pt>
                <c:pt idx="74">
                  <c:v>2.4258722220220901E-5</c:v>
                </c:pt>
                <c:pt idx="75">
                  <c:v>1.29176368853135E-5</c:v>
                </c:pt>
                <c:pt idx="76">
                  <c:v>4.8440221363851403E-6</c:v>
                </c:pt>
                <c:pt idx="77">
                  <c:v>1.1001179071741899E-6</c:v>
                </c:pt>
                <c:pt idx="78">
                  <c:v>4.6206576272631298E-10</c:v>
                </c:pt>
                <c:pt idx="79">
                  <c:v>9.4859776771601896E-8</c:v>
                </c:pt>
                <c:pt idx="80">
                  <c:v>8.9427009664316805E-6</c:v>
                </c:pt>
                <c:pt idx="81">
                  <c:v>2.3477678581256601E-5</c:v>
                </c:pt>
                <c:pt idx="82">
                  <c:v>3.2203056054579798E-5</c:v>
                </c:pt>
                <c:pt idx="83">
                  <c:v>4.0229628315268999E-5</c:v>
                </c:pt>
                <c:pt idx="84">
                  <c:v>4.8504101560311303E-5</c:v>
                </c:pt>
                <c:pt idx="85">
                  <c:v>5.7402482625965102E-5</c:v>
                </c:pt>
                <c:pt idx="86">
                  <c:v>6.4684940240125998E-5</c:v>
                </c:pt>
                <c:pt idx="87">
                  <c:v>2.3596020420690499E-2</c:v>
                </c:pt>
                <c:pt idx="88">
                  <c:v>3.0371538588571601E-2</c:v>
                </c:pt>
                <c:pt idx="89">
                  <c:v>3.3483051337539302E-2</c:v>
                </c:pt>
                <c:pt idx="90">
                  <c:v>4.6989044651338401E-2</c:v>
                </c:pt>
                <c:pt idx="91">
                  <c:v>5.2169461194879301E-2</c:v>
                </c:pt>
                <c:pt idx="92">
                  <c:v>4.8363715740322902E-2</c:v>
                </c:pt>
                <c:pt idx="93">
                  <c:v>4.3234766532202401E-2</c:v>
                </c:pt>
                <c:pt idx="94">
                  <c:v>3.7137651872268501E-2</c:v>
                </c:pt>
                <c:pt idx="95">
                  <c:v>3.0481702479385999E-2</c:v>
                </c:pt>
                <c:pt idx="96">
                  <c:v>2.3712013419613698E-2</c:v>
                </c:pt>
                <c:pt idx="97">
                  <c:v>1.7266460935341701E-2</c:v>
                </c:pt>
                <c:pt idx="98">
                  <c:v>1.15361370325391E-2</c:v>
                </c:pt>
                <c:pt idx="99">
                  <c:v>6.83436155184842E-3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BC-458B-85E7-76C97FCD80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0.5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0.1"/>
      </c:valAx>
    </c:plotArea>
    <c:legend>
      <c:legendPos val="b"/>
      <c:layout>
        <c:manualLayout>
          <c:xMode val="edge"/>
          <c:yMode val="edge"/>
          <c:x val="0.52747128385877395"/>
          <c:y val="1.9672839506172841E-2"/>
          <c:w val="0.14387857834579906"/>
          <c:h val="0.447303541979701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Sheet1!$B$1:$B$101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B4-4571-8971-55C63BF07CD6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Sheet1!$AF$1:$AF$101</c:f>
              <c:numCache>
                <c:formatCode>General</c:formatCode>
                <c:ptCount val="101"/>
                <c:pt idx="0">
                  <c:v>0</c:v>
                </c:pt>
                <c:pt idx="1">
                  <c:v>4.5658542248661E-3</c:v>
                </c:pt>
                <c:pt idx="2">
                  <c:v>1.09602361460978E-2</c:v>
                </c:pt>
                <c:pt idx="3">
                  <c:v>9.3340721576598007E-3</c:v>
                </c:pt>
                <c:pt idx="4">
                  <c:v>2.7512871451869001E-3</c:v>
                </c:pt>
                <c:pt idx="5">
                  <c:v>1.5235479105044599E-3</c:v>
                </c:pt>
                <c:pt idx="6">
                  <c:v>2.2701350566189898E-3</c:v>
                </c:pt>
                <c:pt idx="7">
                  <c:v>2.34157556898262E-3</c:v>
                </c:pt>
                <c:pt idx="8">
                  <c:v>2.2672724003547301E-3</c:v>
                </c:pt>
                <c:pt idx="9">
                  <c:v>2.3758007064196198E-3</c:v>
                </c:pt>
                <c:pt idx="10">
                  <c:v>2.6339926134704098E-3</c:v>
                </c:pt>
                <c:pt idx="11">
                  <c:v>2.82921778401323E-3</c:v>
                </c:pt>
                <c:pt idx="12">
                  <c:v>2.8208534072109398E-3</c:v>
                </c:pt>
                <c:pt idx="13">
                  <c:v>2.6955041915188698E-3</c:v>
                </c:pt>
                <c:pt idx="14" formatCode="0.00E+00">
                  <c:v>4.6961407182965999E-6</c:v>
                </c:pt>
                <c:pt idx="15" formatCode="0.00E+00">
                  <c:v>4.7394300748404502E-6</c:v>
                </c:pt>
                <c:pt idx="16" formatCode="0.00E+00">
                  <c:v>5.0669548277148997E-6</c:v>
                </c:pt>
                <c:pt idx="17" formatCode="0.00E+00">
                  <c:v>5.1591557901353699E-6</c:v>
                </c:pt>
                <c:pt idx="18" formatCode="0.00E+00">
                  <c:v>4.4991415539819002E-6</c:v>
                </c:pt>
                <c:pt idx="19" formatCode="0.00E+00">
                  <c:v>3.7326717459151799E-6</c:v>
                </c:pt>
                <c:pt idx="20" formatCode="0.00E+00">
                  <c:v>3.10265624792194E-6</c:v>
                </c:pt>
                <c:pt idx="21" formatCode="0.00E+00">
                  <c:v>2.5644324463947001E-6</c:v>
                </c:pt>
                <c:pt idx="22" formatCode="0.00E+00">
                  <c:v>1.19394479503043E-6</c:v>
                </c:pt>
                <c:pt idx="23" formatCode="0.00E+00">
                  <c:v>1.2398775250943501E-7</c:v>
                </c:pt>
                <c:pt idx="24" formatCode="0.00E+00">
                  <c:v>9.8580921203961199E-11</c:v>
                </c:pt>
                <c:pt idx="25" formatCode="0.00E+00">
                  <c:v>6.61501964316357E-11</c:v>
                </c:pt>
                <c:pt idx="26" formatCode="0.00E+00">
                  <c:v>4.6237458306563798E-11</c:v>
                </c:pt>
                <c:pt idx="27" formatCode="0.00E+00">
                  <c:v>5.0042636701164098E-11</c:v>
                </c:pt>
                <c:pt idx="28" formatCode="0.00E+00">
                  <c:v>7.1027850268023901E-11</c:v>
                </c:pt>
                <c:pt idx="29" formatCode="0.00E+00">
                  <c:v>9.6078256461851197E-11</c:v>
                </c:pt>
                <c:pt idx="30" formatCode="0.00E+00">
                  <c:v>1.17404530541875E-10</c:v>
                </c:pt>
                <c:pt idx="31" formatCode="0.00E+00">
                  <c:v>1.35366162723471E-10</c:v>
                </c:pt>
                <c:pt idx="32" formatCode="0.00E+00">
                  <c:v>1.5771206562931101E-10</c:v>
                </c:pt>
                <c:pt idx="33" formatCode="0.00E+00">
                  <c:v>9.3865026862260906E-10</c:v>
                </c:pt>
                <c:pt idx="34" formatCode="0.00E+00">
                  <c:v>6.4138688582460098E-8</c:v>
                </c:pt>
                <c:pt idx="35" formatCode="0.00E+00">
                  <c:v>2.61493116937572E-7</c:v>
                </c:pt>
                <c:pt idx="36" formatCode="0.00E+00">
                  <c:v>1.3865173396077001E-6</c:v>
                </c:pt>
                <c:pt idx="37" formatCode="0.00E+00">
                  <c:v>1.8342954546390899E-6</c:v>
                </c:pt>
                <c:pt idx="38" formatCode="0.00E+00">
                  <c:v>2.1339241369489E-6</c:v>
                </c:pt>
                <c:pt idx="39">
                  <c:v>1.4261130095092299E-3</c:v>
                </c:pt>
                <c:pt idx="40">
                  <c:v>1.7981833737552499E-3</c:v>
                </c:pt>
                <c:pt idx="41">
                  <c:v>1.6815738010369501E-3</c:v>
                </c:pt>
                <c:pt idx="42">
                  <c:v>1.5319679622314199E-3</c:v>
                </c:pt>
                <c:pt idx="43">
                  <c:v>1.3536750503406699E-3</c:v>
                </c:pt>
                <c:pt idx="44">
                  <c:v>1.1466873306718E-3</c:v>
                </c:pt>
                <c:pt idx="45">
                  <c:v>9.2116591865232201E-4</c:v>
                </c:pt>
                <c:pt idx="46">
                  <c:v>6.9403031129655602E-4</c:v>
                </c:pt>
                <c:pt idx="47">
                  <c:v>4.8304320224490301E-4</c:v>
                </c:pt>
                <c:pt idx="48">
                  <c:v>3.0307531556017498E-4</c:v>
                </c:pt>
                <c:pt idx="49">
                  <c:v>1.64270977357716E-4</c:v>
                </c:pt>
                <c:pt idx="50" formatCode="0.00E+00">
                  <c:v>7.1362532105156905E-5</c:v>
                </c:pt>
                <c:pt idx="51" formatCode="0.00E+00">
                  <c:v>2.3879906279500301E-5</c:v>
                </c:pt>
                <c:pt idx="52" formatCode="0.00E+00">
                  <c:v>1.7167196164624698E-5</c:v>
                </c:pt>
                <c:pt idx="53" formatCode="0.00E+00">
                  <c:v>4.3989773825137101E-5</c:v>
                </c:pt>
                <c:pt idx="54" formatCode="0.00E+00">
                  <c:v>9.6217765769956998E-5</c:v>
                </c:pt>
                <c:pt idx="55">
                  <c:v>1.6607414616998101E-4</c:v>
                </c:pt>
                <c:pt idx="56">
                  <c:v>2.4673459756385698E-4</c:v>
                </c:pt>
                <c:pt idx="57">
                  <c:v>3.3239014941255298E-4</c:v>
                </c:pt>
                <c:pt idx="58">
                  <c:v>4.1802517446676198E-4</c:v>
                </c:pt>
                <c:pt idx="59">
                  <c:v>4.9908768374651302E-4</c:v>
                </c:pt>
                <c:pt idx="60">
                  <c:v>5.7139260153649097E-4</c:v>
                </c:pt>
                <c:pt idx="61">
                  <c:v>6.3107059460465399E-4</c:v>
                </c:pt>
                <c:pt idx="62">
                  <c:v>6.7463365500497398E-4</c:v>
                </c:pt>
                <c:pt idx="63">
                  <c:v>6.9917694582177705E-4</c:v>
                </c:pt>
                <c:pt idx="64">
                  <c:v>7.02630916710855E-4</c:v>
                </c:pt>
                <c:pt idx="65">
                  <c:v>1.8577311280076799E-4</c:v>
                </c:pt>
                <c:pt idx="66" formatCode="0.00E+00">
                  <c:v>6.6254113642694098E-5</c:v>
                </c:pt>
                <c:pt idx="67">
                  <c:v>1.6628824031417099E-4</c:v>
                </c:pt>
                <c:pt idx="68" formatCode="0.00E+00">
                  <c:v>5.50177620965985E-5</c:v>
                </c:pt>
                <c:pt idx="69" formatCode="0.00E+00">
                  <c:v>7.6258582226706995E-7</c:v>
                </c:pt>
                <c:pt idx="70" formatCode="0.00E+00">
                  <c:v>6.5244354097160297E-7</c:v>
                </c:pt>
                <c:pt idx="71" formatCode="0.00E+00">
                  <c:v>5.2856668464329396E-7</c:v>
                </c:pt>
                <c:pt idx="72" formatCode="0.00E+00">
                  <c:v>3.9953453900842801E-7</c:v>
                </c:pt>
                <c:pt idx="73" formatCode="0.00E+00">
                  <c:v>2.78265861908266E-7</c:v>
                </c:pt>
                <c:pt idx="74" formatCode="0.00E+00">
                  <c:v>1.7377777994376199E-7</c:v>
                </c:pt>
                <c:pt idx="75" formatCode="0.00E+00">
                  <c:v>9.1234764187930697E-8</c:v>
                </c:pt>
                <c:pt idx="76" formatCode="0.00E+00">
                  <c:v>3.49284601242061E-8</c:v>
                </c:pt>
                <c:pt idx="77" formatCode="0.00E+00">
                  <c:v>7.2834980269220701E-9</c:v>
                </c:pt>
                <c:pt idx="78" formatCode="0.00E+00">
                  <c:v>2.6645352591003701E-13</c:v>
                </c:pt>
                <c:pt idx="79" formatCode="0.00E+00">
                  <c:v>5.8191140794860902E-10</c:v>
                </c:pt>
                <c:pt idx="80" formatCode="0.00E+00">
                  <c:v>4.49719701478557E-8</c:v>
                </c:pt>
                <c:pt idx="81" formatCode="0.00E+00">
                  <c:v>1.23503935078872E-7</c:v>
                </c:pt>
                <c:pt idx="82" formatCode="0.00E+00">
                  <c:v>1.7863676160523301E-7</c:v>
                </c:pt>
                <c:pt idx="83" formatCode="0.00E+00">
                  <c:v>2.37586619933338E-7</c:v>
                </c:pt>
                <c:pt idx="84" formatCode="0.00E+00">
                  <c:v>2.9946089119547902E-7</c:v>
                </c:pt>
                <c:pt idx="85" formatCode="0.00E+00">
                  <c:v>3.62508781659443E-7</c:v>
                </c:pt>
                <c:pt idx="86" formatCode="0.00E+00">
                  <c:v>4.2154939694505302E-7</c:v>
                </c:pt>
                <c:pt idx="87">
                  <c:v>1.9728739507041099E-4</c:v>
                </c:pt>
                <c:pt idx="88">
                  <c:v>2.5079211261602703E-4</c:v>
                </c:pt>
                <c:pt idx="89">
                  <c:v>2.7277590798768699E-4</c:v>
                </c:pt>
                <c:pt idx="90">
                  <c:v>3.8012126566511201E-4</c:v>
                </c:pt>
                <c:pt idx="91">
                  <c:v>4.2068739927003603E-4</c:v>
                </c:pt>
                <c:pt idx="92">
                  <c:v>3.8966691839270498E-4</c:v>
                </c:pt>
                <c:pt idx="93">
                  <c:v>3.4975911171253299E-4</c:v>
                </c:pt>
                <c:pt idx="94">
                  <c:v>3.0313485924993101E-4</c:v>
                </c:pt>
                <c:pt idx="95">
                  <c:v>2.5185088943779899E-4</c:v>
                </c:pt>
                <c:pt idx="96">
                  <c:v>1.9880450749143401E-4</c:v>
                </c:pt>
                <c:pt idx="97">
                  <c:v>1.4732403665118599E-4</c:v>
                </c:pt>
                <c:pt idx="98">
                  <c:v>1.00618333517932E-4</c:v>
                </c:pt>
                <c:pt idx="99" formatCode="0.00E+00">
                  <c:v>6.1397053545908506E-5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B4-4571-8971-55C63BF07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1.2000000000000002E-2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3.0000000000000009E-3"/>
      </c:valAx>
    </c:plotArea>
    <c:legend>
      <c:legendPos val="b"/>
      <c:layout>
        <c:manualLayout>
          <c:xMode val="edge"/>
          <c:yMode val="edge"/>
          <c:x val="0.55931119646090177"/>
          <c:y val="4.6723765432098767E-2"/>
          <c:w val="0.10495247593496315"/>
          <c:h val="0.39548781605870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Sheet1!$B$1:$B$101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B4-4571-8971-55C63BF07CD6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Sheet1!$AF$1:$AF$101</c:f>
              <c:numCache>
                <c:formatCode>General</c:formatCode>
                <c:ptCount val="101"/>
                <c:pt idx="0">
                  <c:v>0</c:v>
                </c:pt>
                <c:pt idx="1">
                  <c:v>4.5658542248661E-3</c:v>
                </c:pt>
                <c:pt idx="2">
                  <c:v>1.09602361460978E-2</c:v>
                </c:pt>
                <c:pt idx="3">
                  <c:v>9.3340721576598007E-3</c:v>
                </c:pt>
                <c:pt idx="4">
                  <c:v>2.7512871451869001E-3</c:v>
                </c:pt>
                <c:pt idx="5">
                  <c:v>1.5235479105044599E-3</c:v>
                </c:pt>
                <c:pt idx="6">
                  <c:v>2.2701350566189898E-3</c:v>
                </c:pt>
                <c:pt idx="7">
                  <c:v>2.34157556898262E-3</c:v>
                </c:pt>
                <c:pt idx="8">
                  <c:v>2.2672724003547301E-3</c:v>
                </c:pt>
                <c:pt idx="9">
                  <c:v>2.3758007064196198E-3</c:v>
                </c:pt>
                <c:pt idx="10">
                  <c:v>2.6339926134704098E-3</c:v>
                </c:pt>
                <c:pt idx="11">
                  <c:v>2.82921778401323E-3</c:v>
                </c:pt>
                <c:pt idx="12">
                  <c:v>2.8208534072109398E-3</c:v>
                </c:pt>
                <c:pt idx="13">
                  <c:v>2.6955041915188698E-3</c:v>
                </c:pt>
                <c:pt idx="14" formatCode="0.00E+00">
                  <c:v>4.6961407182965999E-6</c:v>
                </c:pt>
                <c:pt idx="15" formatCode="0.00E+00">
                  <c:v>4.7394300748404502E-6</c:v>
                </c:pt>
                <c:pt idx="16" formatCode="0.00E+00">
                  <c:v>5.0669548277148997E-6</c:v>
                </c:pt>
                <c:pt idx="17" formatCode="0.00E+00">
                  <c:v>5.1591557901353699E-6</c:v>
                </c:pt>
                <c:pt idx="18" formatCode="0.00E+00">
                  <c:v>4.4991415539819002E-6</c:v>
                </c:pt>
                <c:pt idx="19" formatCode="0.00E+00">
                  <c:v>3.7326717459151799E-6</c:v>
                </c:pt>
                <c:pt idx="20" formatCode="0.00E+00">
                  <c:v>3.10265624792194E-6</c:v>
                </c:pt>
                <c:pt idx="21" formatCode="0.00E+00">
                  <c:v>2.5644324463947001E-6</c:v>
                </c:pt>
                <c:pt idx="22" formatCode="0.00E+00">
                  <c:v>1.19394479503043E-6</c:v>
                </c:pt>
                <c:pt idx="23" formatCode="0.00E+00">
                  <c:v>1.2398775250943501E-7</c:v>
                </c:pt>
                <c:pt idx="24" formatCode="0.00E+00">
                  <c:v>9.8580921203961199E-11</c:v>
                </c:pt>
                <c:pt idx="25" formatCode="0.00E+00">
                  <c:v>6.61501964316357E-11</c:v>
                </c:pt>
                <c:pt idx="26" formatCode="0.00E+00">
                  <c:v>4.6237458306563798E-11</c:v>
                </c:pt>
                <c:pt idx="27" formatCode="0.00E+00">
                  <c:v>5.0042636701164098E-11</c:v>
                </c:pt>
                <c:pt idx="28" formatCode="0.00E+00">
                  <c:v>7.1027850268023901E-11</c:v>
                </c:pt>
                <c:pt idx="29" formatCode="0.00E+00">
                  <c:v>9.6078256461851197E-11</c:v>
                </c:pt>
                <c:pt idx="30" formatCode="0.00E+00">
                  <c:v>1.17404530541875E-10</c:v>
                </c:pt>
                <c:pt idx="31" formatCode="0.00E+00">
                  <c:v>1.35366162723471E-10</c:v>
                </c:pt>
                <c:pt idx="32" formatCode="0.00E+00">
                  <c:v>1.5771206562931101E-10</c:v>
                </c:pt>
                <c:pt idx="33" formatCode="0.00E+00">
                  <c:v>9.3865026862260906E-10</c:v>
                </c:pt>
                <c:pt idx="34" formatCode="0.00E+00">
                  <c:v>6.4138688582460098E-8</c:v>
                </c:pt>
                <c:pt idx="35" formatCode="0.00E+00">
                  <c:v>2.61493116937572E-7</c:v>
                </c:pt>
                <c:pt idx="36" formatCode="0.00E+00">
                  <c:v>1.3865173396077001E-6</c:v>
                </c:pt>
                <c:pt idx="37" formatCode="0.00E+00">
                  <c:v>1.8342954546390899E-6</c:v>
                </c:pt>
                <c:pt idx="38" formatCode="0.00E+00">
                  <c:v>2.1339241369489E-6</c:v>
                </c:pt>
                <c:pt idx="39">
                  <c:v>1.4261130095092299E-3</c:v>
                </c:pt>
                <c:pt idx="40">
                  <c:v>1.7981833737552499E-3</c:v>
                </c:pt>
                <c:pt idx="41">
                  <c:v>1.6815738010369501E-3</c:v>
                </c:pt>
                <c:pt idx="42">
                  <c:v>1.5319679622314199E-3</c:v>
                </c:pt>
                <c:pt idx="43">
                  <c:v>1.3536750503406699E-3</c:v>
                </c:pt>
                <c:pt idx="44">
                  <c:v>1.1466873306718E-3</c:v>
                </c:pt>
                <c:pt idx="45">
                  <c:v>9.2116591865232201E-4</c:v>
                </c:pt>
                <c:pt idx="46">
                  <c:v>6.9403031129655602E-4</c:v>
                </c:pt>
                <c:pt idx="47">
                  <c:v>4.8304320224490301E-4</c:v>
                </c:pt>
                <c:pt idx="48">
                  <c:v>3.0307531556017498E-4</c:v>
                </c:pt>
                <c:pt idx="49">
                  <c:v>1.64270977357716E-4</c:v>
                </c:pt>
                <c:pt idx="50" formatCode="0.00E+00">
                  <c:v>7.1362532105156905E-5</c:v>
                </c:pt>
                <c:pt idx="51" formatCode="0.00E+00">
                  <c:v>2.3879906279500301E-5</c:v>
                </c:pt>
                <c:pt idx="52" formatCode="0.00E+00">
                  <c:v>1.7167196164624698E-5</c:v>
                </c:pt>
                <c:pt idx="53" formatCode="0.00E+00">
                  <c:v>4.3989773825137101E-5</c:v>
                </c:pt>
                <c:pt idx="54" formatCode="0.00E+00">
                  <c:v>9.6217765769956998E-5</c:v>
                </c:pt>
                <c:pt idx="55">
                  <c:v>1.6607414616998101E-4</c:v>
                </c:pt>
                <c:pt idx="56">
                  <c:v>2.4673459756385698E-4</c:v>
                </c:pt>
                <c:pt idx="57">
                  <c:v>3.3239014941255298E-4</c:v>
                </c:pt>
                <c:pt idx="58">
                  <c:v>4.1802517446676198E-4</c:v>
                </c:pt>
                <c:pt idx="59">
                  <c:v>4.9908768374651302E-4</c:v>
                </c:pt>
                <c:pt idx="60">
                  <c:v>5.7139260153649097E-4</c:v>
                </c:pt>
                <c:pt idx="61">
                  <c:v>6.3107059460465399E-4</c:v>
                </c:pt>
                <c:pt idx="62">
                  <c:v>6.7463365500497398E-4</c:v>
                </c:pt>
                <c:pt idx="63">
                  <c:v>6.9917694582177705E-4</c:v>
                </c:pt>
                <c:pt idx="64">
                  <c:v>7.02630916710855E-4</c:v>
                </c:pt>
                <c:pt idx="65">
                  <c:v>1.8577311280076799E-4</c:v>
                </c:pt>
                <c:pt idx="66" formatCode="0.00E+00">
                  <c:v>6.6254113642694098E-5</c:v>
                </c:pt>
                <c:pt idx="67">
                  <c:v>1.6628824031417099E-4</c:v>
                </c:pt>
                <c:pt idx="68" formatCode="0.00E+00">
                  <c:v>5.50177620965985E-5</c:v>
                </c:pt>
                <c:pt idx="69" formatCode="0.00E+00">
                  <c:v>7.6258582226706995E-7</c:v>
                </c:pt>
                <c:pt idx="70" formatCode="0.00E+00">
                  <c:v>6.5244354097160297E-7</c:v>
                </c:pt>
                <c:pt idx="71" formatCode="0.00E+00">
                  <c:v>5.2856668464329396E-7</c:v>
                </c:pt>
                <c:pt idx="72" formatCode="0.00E+00">
                  <c:v>3.9953453900842801E-7</c:v>
                </c:pt>
                <c:pt idx="73" formatCode="0.00E+00">
                  <c:v>2.78265861908266E-7</c:v>
                </c:pt>
                <c:pt idx="74" formatCode="0.00E+00">
                  <c:v>1.7377777994376199E-7</c:v>
                </c:pt>
                <c:pt idx="75" formatCode="0.00E+00">
                  <c:v>9.1234764187930697E-8</c:v>
                </c:pt>
                <c:pt idx="76" formatCode="0.00E+00">
                  <c:v>3.49284601242061E-8</c:v>
                </c:pt>
                <c:pt idx="77" formatCode="0.00E+00">
                  <c:v>7.2834980269220701E-9</c:v>
                </c:pt>
                <c:pt idx="78" formatCode="0.00E+00">
                  <c:v>2.6645352591003701E-13</c:v>
                </c:pt>
                <c:pt idx="79" formatCode="0.00E+00">
                  <c:v>5.8191140794860902E-10</c:v>
                </c:pt>
                <c:pt idx="80" formatCode="0.00E+00">
                  <c:v>4.49719701478557E-8</c:v>
                </c:pt>
                <c:pt idx="81" formatCode="0.00E+00">
                  <c:v>1.23503935078872E-7</c:v>
                </c:pt>
                <c:pt idx="82" formatCode="0.00E+00">
                  <c:v>1.7863676160523301E-7</c:v>
                </c:pt>
                <c:pt idx="83" formatCode="0.00E+00">
                  <c:v>2.37586619933338E-7</c:v>
                </c:pt>
                <c:pt idx="84" formatCode="0.00E+00">
                  <c:v>2.9946089119547902E-7</c:v>
                </c:pt>
                <c:pt idx="85" formatCode="0.00E+00">
                  <c:v>3.62508781659443E-7</c:v>
                </c:pt>
                <c:pt idx="86" formatCode="0.00E+00">
                  <c:v>4.2154939694505302E-7</c:v>
                </c:pt>
                <c:pt idx="87">
                  <c:v>1.9728739507041099E-4</c:v>
                </c:pt>
                <c:pt idx="88">
                  <c:v>2.5079211261602703E-4</c:v>
                </c:pt>
                <c:pt idx="89">
                  <c:v>2.7277590798768699E-4</c:v>
                </c:pt>
                <c:pt idx="90">
                  <c:v>3.8012126566511201E-4</c:v>
                </c:pt>
                <c:pt idx="91">
                  <c:v>4.2068739927003603E-4</c:v>
                </c:pt>
                <c:pt idx="92">
                  <c:v>3.8966691839270498E-4</c:v>
                </c:pt>
                <c:pt idx="93">
                  <c:v>3.4975911171253299E-4</c:v>
                </c:pt>
                <c:pt idx="94">
                  <c:v>3.0313485924993101E-4</c:v>
                </c:pt>
                <c:pt idx="95">
                  <c:v>2.5185088943779899E-4</c:v>
                </c:pt>
                <c:pt idx="96">
                  <c:v>1.9880450749143401E-4</c:v>
                </c:pt>
                <c:pt idx="97">
                  <c:v>1.4732403665118599E-4</c:v>
                </c:pt>
                <c:pt idx="98">
                  <c:v>1.00618333517932E-4</c:v>
                </c:pt>
                <c:pt idx="99" formatCode="0.00E+00">
                  <c:v>6.1397053545908506E-5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B4-4571-8971-55C63BF07C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1.2000000000000002E-2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midCat"/>
        <c:majorUnit val="3.0000000000000009E-3"/>
      </c:valAx>
    </c:plotArea>
    <c:legend>
      <c:legendPos val="b"/>
      <c:layout>
        <c:manualLayout>
          <c:xMode val="edge"/>
          <c:yMode val="edge"/>
          <c:x val="0.55931119646090177"/>
          <c:y val="4.6723765432098767E-2"/>
          <c:w val="0.10495247593496315"/>
          <c:h val="0.395487816058702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Sheet7!$A$1:$A$200</c:f>
              <c:numCache>
                <c:formatCode>0.00E+00</c:formatCode>
                <c:ptCount val="2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F1-4ACC-B67F-9A24CFCAF7A8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Sheet7!$E$1:$E$200</c:f>
              <c:numCache>
                <c:formatCode>0.00E+00</c:formatCode>
                <c:ptCount val="2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2.7390000000000001E-3</c:v>
                </c:pt>
                <c:pt idx="9">
                  <c:v>2.503E-2</c:v>
                </c:pt>
                <c:pt idx="10">
                  <c:v>2.503E-2</c:v>
                </c:pt>
                <c:pt idx="11">
                  <c:v>2.503E-2</c:v>
                </c:pt>
                <c:pt idx="12">
                  <c:v>2.503E-2</c:v>
                </c:pt>
                <c:pt idx="13">
                  <c:v>2.503E-2</c:v>
                </c:pt>
                <c:pt idx="14">
                  <c:v>2.503E-2</c:v>
                </c:pt>
                <c:pt idx="15">
                  <c:v>2.503E-2</c:v>
                </c:pt>
                <c:pt idx="16">
                  <c:v>2.7810000000000001E-2</c:v>
                </c:pt>
                <c:pt idx="17">
                  <c:v>2.7810000000000001E-2</c:v>
                </c:pt>
                <c:pt idx="18">
                  <c:v>2.7810000000000001E-2</c:v>
                </c:pt>
                <c:pt idx="19">
                  <c:v>2.7810000000000001E-2</c:v>
                </c:pt>
                <c:pt idx="20">
                  <c:v>2.7810000000000001E-2</c:v>
                </c:pt>
                <c:pt idx="21">
                  <c:v>2.7810000000000001E-2</c:v>
                </c:pt>
                <c:pt idx="22">
                  <c:v>2.7810000000000001E-2</c:v>
                </c:pt>
                <c:pt idx="23">
                  <c:v>2.7810000000000001E-2</c:v>
                </c:pt>
                <c:pt idx="24">
                  <c:v>3.09E-2</c:v>
                </c:pt>
                <c:pt idx="25">
                  <c:v>3.09E-2</c:v>
                </c:pt>
                <c:pt idx="26">
                  <c:v>3.09E-2</c:v>
                </c:pt>
                <c:pt idx="27">
                  <c:v>3.09E-2</c:v>
                </c:pt>
                <c:pt idx="28">
                  <c:v>3.09E-2</c:v>
                </c:pt>
                <c:pt idx="29">
                  <c:v>3.09E-2</c:v>
                </c:pt>
                <c:pt idx="30">
                  <c:v>3.09E-2</c:v>
                </c:pt>
                <c:pt idx="31">
                  <c:v>3.09E-2</c:v>
                </c:pt>
                <c:pt idx="32">
                  <c:v>3.09E-2</c:v>
                </c:pt>
                <c:pt idx="33">
                  <c:v>3.09E-2</c:v>
                </c:pt>
                <c:pt idx="34">
                  <c:v>3.4340000000000002E-2</c:v>
                </c:pt>
                <c:pt idx="35">
                  <c:v>3.4340000000000002E-2</c:v>
                </c:pt>
                <c:pt idx="36">
                  <c:v>3.4340000000000002E-2</c:v>
                </c:pt>
                <c:pt idx="37">
                  <c:v>3.4340000000000002E-2</c:v>
                </c:pt>
                <c:pt idx="38">
                  <c:v>3.4340000000000002E-2</c:v>
                </c:pt>
                <c:pt idx="39">
                  <c:v>3.4340000000000002E-2</c:v>
                </c:pt>
                <c:pt idx="40">
                  <c:v>3.4340000000000002E-2</c:v>
                </c:pt>
                <c:pt idx="41">
                  <c:v>3.4340000000000002E-2</c:v>
                </c:pt>
                <c:pt idx="42">
                  <c:v>3.4340000000000002E-2</c:v>
                </c:pt>
                <c:pt idx="43">
                  <c:v>3.4340000000000002E-2</c:v>
                </c:pt>
                <c:pt idx="44">
                  <c:v>3.4340000000000002E-2</c:v>
                </c:pt>
                <c:pt idx="45">
                  <c:v>3.4340000000000002E-2</c:v>
                </c:pt>
                <c:pt idx="46">
                  <c:v>3.8150000000000003E-2</c:v>
                </c:pt>
                <c:pt idx="47">
                  <c:v>3.8150000000000003E-2</c:v>
                </c:pt>
                <c:pt idx="48">
                  <c:v>3.8150000000000003E-2</c:v>
                </c:pt>
                <c:pt idx="49">
                  <c:v>3.8150000000000003E-2</c:v>
                </c:pt>
                <c:pt idx="50">
                  <c:v>3.8150000000000003E-2</c:v>
                </c:pt>
                <c:pt idx="51">
                  <c:v>3.8150000000000003E-2</c:v>
                </c:pt>
                <c:pt idx="52">
                  <c:v>3.8150000000000003E-2</c:v>
                </c:pt>
                <c:pt idx="53">
                  <c:v>3.8150000000000003E-2</c:v>
                </c:pt>
                <c:pt idx="54">
                  <c:v>3.8150000000000003E-2</c:v>
                </c:pt>
                <c:pt idx="55">
                  <c:v>3.8150000000000003E-2</c:v>
                </c:pt>
                <c:pt idx="56">
                  <c:v>3.8150000000000003E-2</c:v>
                </c:pt>
                <c:pt idx="57">
                  <c:v>3.8150000000000003E-2</c:v>
                </c:pt>
                <c:pt idx="58">
                  <c:v>3.8150000000000003E-2</c:v>
                </c:pt>
                <c:pt idx="59">
                  <c:v>3.8150000000000003E-2</c:v>
                </c:pt>
                <c:pt idx="60">
                  <c:v>3.8150000000000003E-2</c:v>
                </c:pt>
                <c:pt idx="61">
                  <c:v>3.8150000000000003E-2</c:v>
                </c:pt>
                <c:pt idx="62">
                  <c:v>3.8150000000000003E-2</c:v>
                </c:pt>
                <c:pt idx="63">
                  <c:v>4.2389999999999997E-2</c:v>
                </c:pt>
                <c:pt idx="64">
                  <c:v>4.2389999999999997E-2</c:v>
                </c:pt>
                <c:pt idx="65">
                  <c:v>4.2389999999999997E-2</c:v>
                </c:pt>
                <c:pt idx="66">
                  <c:v>4.2389999999999997E-2</c:v>
                </c:pt>
                <c:pt idx="67">
                  <c:v>4.2389999999999997E-2</c:v>
                </c:pt>
                <c:pt idx="68">
                  <c:v>4.2389999999999997E-2</c:v>
                </c:pt>
                <c:pt idx="69">
                  <c:v>4.2389999999999997E-2</c:v>
                </c:pt>
                <c:pt idx="70">
                  <c:v>4.2389999999999997E-2</c:v>
                </c:pt>
                <c:pt idx="71">
                  <c:v>4.2389999999999997E-2</c:v>
                </c:pt>
                <c:pt idx="72">
                  <c:v>4.2389999999999997E-2</c:v>
                </c:pt>
                <c:pt idx="73">
                  <c:v>4.2389999999999997E-2</c:v>
                </c:pt>
                <c:pt idx="74">
                  <c:v>4.2389999999999997E-2</c:v>
                </c:pt>
                <c:pt idx="75">
                  <c:v>4.2389999999999997E-2</c:v>
                </c:pt>
                <c:pt idx="76">
                  <c:v>4.2389999999999997E-2</c:v>
                </c:pt>
                <c:pt idx="77">
                  <c:v>4.2389999999999997E-2</c:v>
                </c:pt>
                <c:pt idx="78">
                  <c:v>4.2389999999999997E-2</c:v>
                </c:pt>
                <c:pt idx="79">
                  <c:v>4.2389999999999997E-2</c:v>
                </c:pt>
                <c:pt idx="80">
                  <c:v>4.2389999999999997E-2</c:v>
                </c:pt>
                <c:pt idx="81">
                  <c:v>4.2389999999999997E-2</c:v>
                </c:pt>
                <c:pt idx="82">
                  <c:v>4.2389999999999997E-2</c:v>
                </c:pt>
                <c:pt idx="83">
                  <c:v>4.2389999999999997E-2</c:v>
                </c:pt>
                <c:pt idx="84">
                  <c:v>4.2389999999999997E-2</c:v>
                </c:pt>
                <c:pt idx="85">
                  <c:v>4.2389999999999997E-2</c:v>
                </c:pt>
                <c:pt idx="86">
                  <c:v>4.2389999999999997E-2</c:v>
                </c:pt>
                <c:pt idx="87">
                  <c:v>4.2389999999999997E-2</c:v>
                </c:pt>
                <c:pt idx="88">
                  <c:v>4.2389999999999997E-2</c:v>
                </c:pt>
                <c:pt idx="89">
                  <c:v>4.2389999999999997E-2</c:v>
                </c:pt>
                <c:pt idx="90">
                  <c:v>4.2389999999999997E-2</c:v>
                </c:pt>
                <c:pt idx="91">
                  <c:v>4.2389999999999997E-2</c:v>
                </c:pt>
                <c:pt idx="92">
                  <c:v>4.2389999999999997E-2</c:v>
                </c:pt>
                <c:pt idx="93">
                  <c:v>4.2389999999999997E-2</c:v>
                </c:pt>
                <c:pt idx="94">
                  <c:v>4.2389999999999997E-2</c:v>
                </c:pt>
                <c:pt idx="95">
                  <c:v>4.2389999999999997E-2</c:v>
                </c:pt>
                <c:pt idx="96">
                  <c:v>4.2389999999999997E-2</c:v>
                </c:pt>
                <c:pt idx="97">
                  <c:v>4.2389999999999997E-2</c:v>
                </c:pt>
                <c:pt idx="98">
                  <c:v>4.2389999999999997E-2</c:v>
                </c:pt>
                <c:pt idx="99">
                  <c:v>4.2389999999999997E-2</c:v>
                </c:pt>
                <c:pt idx="100">
                  <c:v>4.2389999999999997E-2</c:v>
                </c:pt>
                <c:pt idx="101">
                  <c:v>4.2389999999999997E-2</c:v>
                </c:pt>
                <c:pt idx="102">
                  <c:v>4.2389999999999997E-2</c:v>
                </c:pt>
                <c:pt idx="103">
                  <c:v>4.2389999999999997E-2</c:v>
                </c:pt>
                <c:pt idx="104">
                  <c:v>4.2389999999999997E-2</c:v>
                </c:pt>
                <c:pt idx="105">
                  <c:v>4.2389999999999997E-2</c:v>
                </c:pt>
                <c:pt idx="106">
                  <c:v>4.2389999999999997E-2</c:v>
                </c:pt>
                <c:pt idx="107">
                  <c:v>4.2389999999999997E-2</c:v>
                </c:pt>
                <c:pt idx="108">
                  <c:v>4.2389999999999997E-2</c:v>
                </c:pt>
                <c:pt idx="109">
                  <c:v>4.2389999999999997E-2</c:v>
                </c:pt>
                <c:pt idx="110">
                  <c:v>4.2389999999999997E-2</c:v>
                </c:pt>
                <c:pt idx="111">
                  <c:v>4.2389999999999997E-2</c:v>
                </c:pt>
                <c:pt idx="112">
                  <c:v>4.2389999999999997E-2</c:v>
                </c:pt>
                <c:pt idx="113">
                  <c:v>4.2389999999999997E-2</c:v>
                </c:pt>
                <c:pt idx="114">
                  <c:v>4.2389999999999997E-2</c:v>
                </c:pt>
                <c:pt idx="115">
                  <c:v>4.2389999999999997E-2</c:v>
                </c:pt>
                <c:pt idx="116">
                  <c:v>4.2389999999999997E-2</c:v>
                </c:pt>
                <c:pt idx="117">
                  <c:v>4.2389999999999997E-2</c:v>
                </c:pt>
                <c:pt idx="118">
                  <c:v>4.2389999999999997E-2</c:v>
                </c:pt>
                <c:pt idx="119">
                  <c:v>4.2389999999999997E-2</c:v>
                </c:pt>
                <c:pt idx="120">
                  <c:v>4.2389999999999997E-2</c:v>
                </c:pt>
                <c:pt idx="121">
                  <c:v>4.2389999999999997E-2</c:v>
                </c:pt>
                <c:pt idx="122">
                  <c:v>4.2389999999999997E-2</c:v>
                </c:pt>
                <c:pt idx="123">
                  <c:v>4.2389999999999997E-2</c:v>
                </c:pt>
                <c:pt idx="124">
                  <c:v>4.2389999999999997E-2</c:v>
                </c:pt>
                <c:pt idx="125">
                  <c:v>4.2389999999999997E-2</c:v>
                </c:pt>
                <c:pt idx="126">
                  <c:v>4.2389999999999997E-2</c:v>
                </c:pt>
                <c:pt idx="127">
                  <c:v>4.2389999999999997E-2</c:v>
                </c:pt>
                <c:pt idx="128">
                  <c:v>4.2389999999999997E-2</c:v>
                </c:pt>
                <c:pt idx="129">
                  <c:v>4.2389999999999997E-2</c:v>
                </c:pt>
                <c:pt idx="130">
                  <c:v>4.2389999999999997E-2</c:v>
                </c:pt>
                <c:pt idx="131">
                  <c:v>4.2389999999999997E-2</c:v>
                </c:pt>
                <c:pt idx="132">
                  <c:v>4.2389999999999997E-2</c:v>
                </c:pt>
                <c:pt idx="133">
                  <c:v>4.2389999999999997E-2</c:v>
                </c:pt>
                <c:pt idx="134">
                  <c:v>4.2389999999999997E-2</c:v>
                </c:pt>
                <c:pt idx="135">
                  <c:v>4.2389999999999997E-2</c:v>
                </c:pt>
                <c:pt idx="136">
                  <c:v>4.2389999999999997E-2</c:v>
                </c:pt>
                <c:pt idx="137">
                  <c:v>4.2389999999999997E-2</c:v>
                </c:pt>
                <c:pt idx="138">
                  <c:v>4.2389999999999997E-2</c:v>
                </c:pt>
                <c:pt idx="139">
                  <c:v>4.2389999999999997E-2</c:v>
                </c:pt>
                <c:pt idx="140">
                  <c:v>4.2389999999999997E-2</c:v>
                </c:pt>
                <c:pt idx="141">
                  <c:v>4.2389999999999997E-2</c:v>
                </c:pt>
                <c:pt idx="142">
                  <c:v>4.2389999999999997E-2</c:v>
                </c:pt>
                <c:pt idx="143">
                  <c:v>4.2389999999999997E-2</c:v>
                </c:pt>
                <c:pt idx="144">
                  <c:v>4.2389999999999997E-2</c:v>
                </c:pt>
                <c:pt idx="145">
                  <c:v>4.2389999999999997E-2</c:v>
                </c:pt>
                <c:pt idx="146">
                  <c:v>4.2389999999999997E-2</c:v>
                </c:pt>
                <c:pt idx="147">
                  <c:v>4.2389999999999997E-2</c:v>
                </c:pt>
                <c:pt idx="148">
                  <c:v>4.2389999999999997E-2</c:v>
                </c:pt>
                <c:pt idx="149">
                  <c:v>4.2389999999999997E-2</c:v>
                </c:pt>
                <c:pt idx="150">
                  <c:v>4.2389999999999997E-2</c:v>
                </c:pt>
                <c:pt idx="151">
                  <c:v>4.2389999999999997E-2</c:v>
                </c:pt>
                <c:pt idx="152">
                  <c:v>4.2389999999999997E-2</c:v>
                </c:pt>
                <c:pt idx="153">
                  <c:v>4.2389999999999997E-2</c:v>
                </c:pt>
                <c:pt idx="154">
                  <c:v>4.2389999999999997E-2</c:v>
                </c:pt>
                <c:pt idx="155">
                  <c:v>4.2389999999999997E-2</c:v>
                </c:pt>
                <c:pt idx="156">
                  <c:v>4.2389999999999997E-2</c:v>
                </c:pt>
                <c:pt idx="157">
                  <c:v>4.2389999999999997E-2</c:v>
                </c:pt>
                <c:pt idx="158">
                  <c:v>4.2389999999999997E-2</c:v>
                </c:pt>
                <c:pt idx="159">
                  <c:v>4.2389999999999997E-2</c:v>
                </c:pt>
                <c:pt idx="160">
                  <c:v>4.2389999999999997E-2</c:v>
                </c:pt>
                <c:pt idx="161">
                  <c:v>4.2389999999999997E-2</c:v>
                </c:pt>
                <c:pt idx="162">
                  <c:v>4.2389999999999997E-2</c:v>
                </c:pt>
                <c:pt idx="163">
                  <c:v>4.2389999999999997E-2</c:v>
                </c:pt>
                <c:pt idx="164">
                  <c:v>4.2389999999999997E-2</c:v>
                </c:pt>
                <c:pt idx="165">
                  <c:v>4.2389999999999997E-2</c:v>
                </c:pt>
                <c:pt idx="166">
                  <c:v>4.2389999999999997E-2</c:v>
                </c:pt>
                <c:pt idx="167">
                  <c:v>4.2389999999999997E-2</c:v>
                </c:pt>
                <c:pt idx="168">
                  <c:v>4.2389999999999997E-2</c:v>
                </c:pt>
                <c:pt idx="169">
                  <c:v>4.2389999999999997E-2</c:v>
                </c:pt>
                <c:pt idx="170">
                  <c:v>4.2389999999999997E-2</c:v>
                </c:pt>
                <c:pt idx="171">
                  <c:v>4.2389999999999997E-2</c:v>
                </c:pt>
                <c:pt idx="172">
                  <c:v>4.2389999999999997E-2</c:v>
                </c:pt>
                <c:pt idx="173">
                  <c:v>4.2389999999999997E-2</c:v>
                </c:pt>
                <c:pt idx="174">
                  <c:v>4.2389999999999997E-2</c:v>
                </c:pt>
                <c:pt idx="175">
                  <c:v>4.2389999999999997E-2</c:v>
                </c:pt>
                <c:pt idx="176">
                  <c:v>4.2389999999999997E-2</c:v>
                </c:pt>
                <c:pt idx="177">
                  <c:v>4.2389999999999997E-2</c:v>
                </c:pt>
                <c:pt idx="178">
                  <c:v>4.2389999999999997E-2</c:v>
                </c:pt>
                <c:pt idx="179">
                  <c:v>4.2389999999999997E-2</c:v>
                </c:pt>
                <c:pt idx="180">
                  <c:v>4.2389999999999997E-2</c:v>
                </c:pt>
                <c:pt idx="181">
                  <c:v>4.2389999999999997E-2</c:v>
                </c:pt>
                <c:pt idx="182">
                  <c:v>4.2389999999999997E-2</c:v>
                </c:pt>
                <c:pt idx="183">
                  <c:v>4.2389999999999997E-2</c:v>
                </c:pt>
                <c:pt idx="184">
                  <c:v>4.2389999999999997E-2</c:v>
                </c:pt>
                <c:pt idx="185">
                  <c:v>4.2389999999999997E-2</c:v>
                </c:pt>
                <c:pt idx="186">
                  <c:v>4.2389999999999997E-2</c:v>
                </c:pt>
                <c:pt idx="187">
                  <c:v>4.2389999999999997E-2</c:v>
                </c:pt>
                <c:pt idx="188">
                  <c:v>4.2389999999999997E-2</c:v>
                </c:pt>
                <c:pt idx="189">
                  <c:v>4.2389999999999997E-2</c:v>
                </c:pt>
                <c:pt idx="190">
                  <c:v>4.2389999999999997E-2</c:v>
                </c:pt>
                <c:pt idx="191">
                  <c:v>4.2389999999999997E-2</c:v>
                </c:pt>
                <c:pt idx="192">
                  <c:v>4.2389999999999997E-2</c:v>
                </c:pt>
                <c:pt idx="193">
                  <c:v>4.2389999999999997E-2</c:v>
                </c:pt>
                <c:pt idx="194">
                  <c:v>4.2389999999999997E-2</c:v>
                </c:pt>
                <c:pt idx="195">
                  <c:v>4.7100000000000003E-2</c:v>
                </c:pt>
                <c:pt idx="196">
                  <c:v>4.7100000000000003E-2</c:v>
                </c:pt>
                <c:pt idx="197">
                  <c:v>4.7100000000000003E-2</c:v>
                </c:pt>
                <c:pt idx="198">
                  <c:v>4.7100000000000003E-2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F1-4ACC-B67F-9A24CFCAF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50"/>
        <c:noMultiLvlLbl val="0"/>
      </c:catAx>
      <c:valAx>
        <c:axId val="651974152"/>
        <c:scaling>
          <c:orientation val="minMax"/>
          <c:max val="1"/>
          <c:min val="0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between"/>
        <c:majorUnit val="0.25"/>
      </c:valAx>
    </c:plotArea>
    <c:legend>
      <c:legendPos val="b"/>
      <c:layout>
        <c:manualLayout>
          <c:xMode val="edge"/>
          <c:yMode val="edge"/>
          <c:x val="0.56037969739214466"/>
          <c:y val="0.22097525030410781"/>
          <c:w val="0.11258636441295651"/>
          <c:h val="0.422791029797745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1"/>
              </a:solidFill>
            </a:ln>
          </c:spPr>
          <c:marker>
            <c:symbol val="none"/>
          </c:marker>
          <c:val>
            <c:numRef>
              <c:f>Sheet7!$G$1:$G$200</c:f>
              <c:numCache>
                <c:formatCode>0.00E+00</c:formatCode>
                <c:ptCount val="2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2.3860000000000001E-12</c:v>
                </c:pt>
                <c:pt idx="9">
                  <c:v>5.3029999999999999E-8</c:v>
                </c:pt>
                <c:pt idx="10">
                  <c:v>4.489E-12</c:v>
                </c:pt>
                <c:pt idx="11">
                  <c:v>2.283E-8</c:v>
                </c:pt>
                <c:pt idx="12">
                  <c:v>5.8929999999999999E-8</c:v>
                </c:pt>
                <c:pt idx="13">
                  <c:v>8.9809999999999995E-8</c:v>
                </c:pt>
                <c:pt idx="14">
                  <c:v>6.4480000000000001E-9</c:v>
                </c:pt>
                <c:pt idx="15">
                  <c:v>6.1580000000000002E-12</c:v>
                </c:pt>
                <c:pt idx="16">
                  <c:v>5.8929999999999999E-8</c:v>
                </c:pt>
                <c:pt idx="17">
                  <c:v>9.677999999999999E-10</c:v>
                </c:pt>
                <c:pt idx="18">
                  <c:v>1.1949999999999999E-9</c:v>
                </c:pt>
                <c:pt idx="19">
                  <c:v>1.4979999999999999E-8</c:v>
                </c:pt>
                <c:pt idx="20">
                  <c:v>4.5579999999999999E-11</c:v>
                </c:pt>
                <c:pt idx="21">
                  <c:v>3.0840000000000001E-9</c:v>
                </c:pt>
                <c:pt idx="22">
                  <c:v>3.7490000000000002E-10</c:v>
                </c:pt>
                <c:pt idx="23">
                  <c:v>1.9619999999999999E-11</c:v>
                </c:pt>
                <c:pt idx="24">
                  <c:v>4.8469999999999999E-7</c:v>
                </c:pt>
                <c:pt idx="25">
                  <c:v>3.1800000000000002E-7</c:v>
                </c:pt>
                <c:pt idx="26">
                  <c:v>1</c:v>
                </c:pt>
                <c:pt idx="27">
                  <c:v>0.25419999999999998</c:v>
                </c:pt>
                <c:pt idx="28">
                  <c:v>0.38740000000000002</c:v>
                </c:pt>
                <c:pt idx="29">
                  <c:v>0.25419999999999998</c:v>
                </c:pt>
                <c:pt idx="30">
                  <c:v>1.1089999999999999E-7</c:v>
                </c:pt>
                <c:pt idx="31">
                  <c:v>0.2288</c:v>
                </c:pt>
                <c:pt idx="32">
                  <c:v>1</c:v>
                </c:pt>
                <c:pt idx="33">
                  <c:v>1.2319999999999999E-7</c:v>
                </c:pt>
                <c:pt idx="34">
                  <c:v>0.53139999999999998</c:v>
                </c:pt>
                <c:pt idx="35">
                  <c:v>1.9069999999999999E-6</c:v>
                </c:pt>
                <c:pt idx="36">
                  <c:v>0.53139999999999998</c:v>
                </c:pt>
                <c:pt idx="37">
                  <c:v>1</c:v>
                </c:pt>
                <c:pt idx="38">
                  <c:v>0.4783</c:v>
                </c:pt>
                <c:pt idx="39">
                  <c:v>1</c:v>
                </c:pt>
                <c:pt idx="40">
                  <c:v>0.43049999999999999</c:v>
                </c:pt>
                <c:pt idx="41">
                  <c:v>1</c:v>
                </c:pt>
                <c:pt idx="42">
                  <c:v>0.53139999999999998</c:v>
                </c:pt>
                <c:pt idx="43">
                  <c:v>1</c:v>
                </c:pt>
                <c:pt idx="44">
                  <c:v>0.15010000000000001</c:v>
                </c:pt>
                <c:pt idx="45">
                  <c:v>1</c:v>
                </c:pt>
                <c:pt idx="46">
                  <c:v>1</c:v>
                </c:pt>
                <c:pt idx="47">
                  <c:v>1.1260000000000001E-6</c:v>
                </c:pt>
                <c:pt idx="48">
                  <c:v>1</c:v>
                </c:pt>
                <c:pt idx="49">
                  <c:v>1</c:v>
                </c:pt>
                <c:pt idx="50">
                  <c:v>9.9789999999999996E-8</c:v>
                </c:pt>
                <c:pt idx="51">
                  <c:v>9.9789999999999996E-8</c:v>
                </c:pt>
                <c:pt idx="52">
                  <c:v>1</c:v>
                </c:pt>
                <c:pt idx="53">
                  <c:v>1</c:v>
                </c:pt>
                <c:pt idx="54">
                  <c:v>4.8469999999999999E-7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0.9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0.72899999999999998</c:v>
                </c:pt>
                <c:pt idx="161">
                  <c:v>0.53139999999999998</c:v>
                </c:pt>
                <c:pt idx="162">
                  <c:v>1</c:v>
                </c:pt>
                <c:pt idx="163">
                  <c:v>1</c:v>
                </c:pt>
                <c:pt idx="164">
                  <c:v>0.2288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0.9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0.9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0.81</c:v>
                </c:pt>
                <c:pt idx="186">
                  <c:v>0.4783</c:v>
                </c:pt>
                <c:pt idx="187">
                  <c:v>0.28239999999999998</c:v>
                </c:pt>
                <c:pt idx="188">
                  <c:v>1</c:v>
                </c:pt>
                <c:pt idx="189">
                  <c:v>1</c:v>
                </c:pt>
                <c:pt idx="190">
                  <c:v>0.9</c:v>
                </c:pt>
                <c:pt idx="191">
                  <c:v>1</c:v>
                </c:pt>
                <c:pt idx="192">
                  <c:v>4.1749999999999999E-3</c:v>
                </c:pt>
                <c:pt idx="193">
                  <c:v>0.9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2.086E-7</c:v>
                </c:pt>
                <c:pt idx="198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2B-41DD-AA96-EE1A33331ECC}"/>
            </c:ext>
          </c:extLst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Sheet7!$K$1:$K$200</c:f>
              <c:numCache>
                <c:formatCode>0.00E+00</c:formatCode>
                <c:ptCount val="20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3.2790000000000003E-5</c:v>
                </c:pt>
                <c:pt idx="9">
                  <c:v>1.4329999999999999E-4</c:v>
                </c:pt>
                <c:pt idx="10">
                  <c:v>1.1789999999999999E-3</c:v>
                </c:pt>
                <c:pt idx="11">
                  <c:v>1.6169999999999999E-3</c:v>
                </c:pt>
                <c:pt idx="12">
                  <c:v>1.6169999999999999E-3</c:v>
                </c:pt>
                <c:pt idx="13">
                  <c:v>9.5500000000000001E-4</c:v>
                </c:pt>
                <c:pt idx="14">
                  <c:v>1.456E-3</c:v>
                </c:pt>
                <c:pt idx="15">
                  <c:v>2.9970000000000002E-4</c:v>
                </c:pt>
                <c:pt idx="16">
                  <c:v>5.0750000000000003E-4</c:v>
                </c:pt>
                <c:pt idx="17">
                  <c:v>8.5950000000000002E-4</c:v>
                </c:pt>
                <c:pt idx="18">
                  <c:v>5.0750000000000003E-4</c:v>
                </c:pt>
                <c:pt idx="19">
                  <c:v>6.2660000000000005E-4</c:v>
                </c:pt>
                <c:pt idx="20">
                  <c:v>4.1110000000000002E-4</c:v>
                </c:pt>
                <c:pt idx="21">
                  <c:v>1.1789999999999999E-3</c:v>
                </c:pt>
                <c:pt idx="22">
                  <c:v>2.4269999999999999E-4</c:v>
                </c:pt>
                <c:pt idx="23">
                  <c:v>1.6169999999999999E-3</c:v>
                </c:pt>
                <c:pt idx="24">
                  <c:v>1.161E-4</c:v>
                </c:pt>
                <c:pt idx="25">
                  <c:v>2.185E-4</c:v>
                </c:pt>
                <c:pt idx="26">
                  <c:v>4.5679999999999999E-4</c:v>
                </c:pt>
                <c:pt idx="27">
                  <c:v>1.31E-3</c:v>
                </c:pt>
                <c:pt idx="28">
                  <c:v>2.697E-4</c:v>
                </c:pt>
                <c:pt idx="29">
                  <c:v>9.5500000000000001E-4</c:v>
                </c:pt>
                <c:pt idx="30">
                  <c:v>5.6389999999999999E-4</c:v>
                </c:pt>
                <c:pt idx="31">
                  <c:v>1.797E-3</c:v>
                </c:pt>
                <c:pt idx="32">
                  <c:v>1.456E-3</c:v>
                </c:pt>
                <c:pt idx="33">
                  <c:v>3.6999999999999999E-4</c:v>
                </c:pt>
                <c:pt idx="34">
                  <c:v>3.3300000000000002E-4</c:v>
                </c:pt>
                <c:pt idx="35">
                  <c:v>9.5500000000000001E-4</c:v>
                </c:pt>
                <c:pt idx="36">
                  <c:v>1.0610000000000001E-3</c:v>
                </c:pt>
                <c:pt idx="37">
                  <c:v>2.185E-4</c:v>
                </c:pt>
                <c:pt idx="38">
                  <c:v>3.6999999999999999E-4</c:v>
                </c:pt>
                <c:pt idx="39">
                  <c:v>3.2790000000000003E-5</c:v>
                </c:pt>
                <c:pt idx="40">
                  <c:v>1.9970000000000001E-3</c:v>
                </c:pt>
                <c:pt idx="41">
                  <c:v>1.456E-3</c:v>
                </c:pt>
                <c:pt idx="42">
                  <c:v>5.0750000000000003E-4</c:v>
                </c:pt>
                <c:pt idx="43">
                  <c:v>1.1789999999999999E-3</c:v>
                </c:pt>
                <c:pt idx="44">
                  <c:v>1.6169999999999999E-3</c:v>
                </c:pt>
                <c:pt idx="45">
                  <c:v>1.797E-3</c:v>
                </c:pt>
                <c:pt idx="46">
                  <c:v>1.9660000000000001E-4</c:v>
                </c:pt>
                <c:pt idx="47">
                  <c:v>4.5679999999999999E-4</c:v>
                </c:pt>
                <c:pt idx="48">
                  <c:v>1.7699999999999999E-4</c:v>
                </c:pt>
                <c:pt idx="49">
                  <c:v>4.498E-5</c:v>
                </c:pt>
                <c:pt idx="50">
                  <c:v>1.31E-3</c:v>
                </c:pt>
                <c:pt idx="51">
                  <c:v>7.7360000000000005E-4</c:v>
                </c:pt>
                <c:pt idx="52">
                  <c:v>2.9970000000000002E-4</c:v>
                </c:pt>
                <c:pt idx="53">
                  <c:v>9.5500000000000001E-4</c:v>
                </c:pt>
                <c:pt idx="54">
                  <c:v>2.2190000000000001E-3</c:v>
                </c:pt>
                <c:pt idx="55">
                  <c:v>1.0610000000000001E-3</c:v>
                </c:pt>
                <c:pt idx="56">
                  <c:v>5.6389999999999999E-4</c:v>
                </c:pt>
                <c:pt idx="57">
                  <c:v>4.5679999999999999E-4</c:v>
                </c:pt>
                <c:pt idx="58">
                  <c:v>5.6389999999999999E-4</c:v>
                </c:pt>
                <c:pt idx="59">
                  <c:v>2.4650000000000002E-3</c:v>
                </c:pt>
                <c:pt idx="60">
                  <c:v>1.456E-3</c:v>
                </c:pt>
                <c:pt idx="61">
                  <c:v>7.7360000000000005E-4</c:v>
                </c:pt>
                <c:pt idx="62">
                  <c:v>1.456E-3</c:v>
                </c:pt>
                <c:pt idx="63">
                  <c:v>3.6439999999999997E-5</c:v>
                </c:pt>
                <c:pt idx="64">
                  <c:v>7.7360000000000005E-4</c:v>
                </c:pt>
                <c:pt idx="65">
                  <c:v>1.0610000000000001E-3</c:v>
                </c:pt>
                <c:pt idx="66">
                  <c:v>9.5500000000000001E-4</c:v>
                </c:pt>
                <c:pt idx="67">
                  <c:v>6.2660000000000005E-4</c:v>
                </c:pt>
                <c:pt idx="68">
                  <c:v>1.7699999999999999E-4</c:v>
                </c:pt>
                <c:pt idx="69">
                  <c:v>1.0610000000000001E-3</c:v>
                </c:pt>
                <c:pt idx="70">
                  <c:v>1.1789999999999999E-3</c:v>
                </c:pt>
                <c:pt idx="71">
                  <c:v>2.4269999999999999E-4</c:v>
                </c:pt>
                <c:pt idx="72">
                  <c:v>1.1789999999999999E-3</c:v>
                </c:pt>
                <c:pt idx="73">
                  <c:v>1.1789999999999999E-3</c:v>
                </c:pt>
                <c:pt idx="74">
                  <c:v>1.456E-3</c:v>
                </c:pt>
                <c:pt idx="75">
                  <c:v>1.9970000000000001E-3</c:v>
                </c:pt>
                <c:pt idx="76">
                  <c:v>5.0750000000000003E-4</c:v>
                </c:pt>
                <c:pt idx="77">
                  <c:v>1.0610000000000001E-3</c:v>
                </c:pt>
                <c:pt idx="78">
                  <c:v>1.456E-3</c:v>
                </c:pt>
                <c:pt idx="79">
                  <c:v>1.6169999999999999E-3</c:v>
                </c:pt>
                <c:pt idx="80">
                  <c:v>1.9970000000000001E-3</c:v>
                </c:pt>
                <c:pt idx="81">
                  <c:v>1.6169999999999999E-3</c:v>
                </c:pt>
                <c:pt idx="82">
                  <c:v>1.0610000000000001E-3</c:v>
                </c:pt>
                <c:pt idx="83">
                  <c:v>4.5679999999999999E-4</c:v>
                </c:pt>
                <c:pt idx="84">
                  <c:v>1.6169999999999999E-3</c:v>
                </c:pt>
                <c:pt idx="85">
                  <c:v>4.5679999999999999E-4</c:v>
                </c:pt>
                <c:pt idx="86">
                  <c:v>9.5500000000000001E-4</c:v>
                </c:pt>
                <c:pt idx="87">
                  <c:v>1.1789999999999999E-3</c:v>
                </c:pt>
                <c:pt idx="88">
                  <c:v>1.0610000000000001E-3</c:v>
                </c:pt>
                <c:pt idx="89">
                  <c:v>1.6169999999999999E-3</c:v>
                </c:pt>
                <c:pt idx="90">
                  <c:v>1.6169999999999999E-3</c:v>
                </c:pt>
                <c:pt idx="91">
                  <c:v>4.5679999999999999E-4</c:v>
                </c:pt>
                <c:pt idx="92">
                  <c:v>2.2190000000000001E-3</c:v>
                </c:pt>
                <c:pt idx="93">
                  <c:v>2.185E-4</c:v>
                </c:pt>
                <c:pt idx="94">
                  <c:v>1.797E-3</c:v>
                </c:pt>
                <c:pt idx="95">
                  <c:v>1.6169999999999999E-3</c:v>
                </c:pt>
                <c:pt idx="96">
                  <c:v>9.5500000000000001E-4</c:v>
                </c:pt>
                <c:pt idx="97">
                  <c:v>1.6169999999999999E-3</c:v>
                </c:pt>
                <c:pt idx="98">
                  <c:v>1.1789999999999999E-3</c:v>
                </c:pt>
                <c:pt idx="99">
                  <c:v>1.9970000000000001E-3</c:v>
                </c:pt>
                <c:pt idx="100">
                  <c:v>1.456E-3</c:v>
                </c:pt>
                <c:pt idx="101">
                  <c:v>2.2190000000000001E-3</c:v>
                </c:pt>
                <c:pt idx="102">
                  <c:v>1.797E-3</c:v>
                </c:pt>
                <c:pt idx="103">
                  <c:v>2.2190000000000001E-3</c:v>
                </c:pt>
                <c:pt idx="104">
                  <c:v>2.2190000000000001E-3</c:v>
                </c:pt>
                <c:pt idx="105">
                  <c:v>2.2190000000000001E-3</c:v>
                </c:pt>
                <c:pt idx="106">
                  <c:v>2.4650000000000002E-3</c:v>
                </c:pt>
                <c:pt idx="107">
                  <c:v>2.4650000000000002E-3</c:v>
                </c:pt>
                <c:pt idx="108">
                  <c:v>2.4650000000000002E-3</c:v>
                </c:pt>
                <c:pt idx="109">
                  <c:v>3.3300000000000002E-4</c:v>
                </c:pt>
                <c:pt idx="110">
                  <c:v>9.5500000000000001E-4</c:v>
                </c:pt>
                <c:pt idx="111">
                  <c:v>1.0610000000000001E-3</c:v>
                </c:pt>
                <c:pt idx="112">
                  <c:v>1.1789999999999999E-3</c:v>
                </c:pt>
                <c:pt idx="113">
                  <c:v>1.1789999999999999E-3</c:v>
                </c:pt>
                <c:pt idx="114">
                  <c:v>1.31E-3</c:v>
                </c:pt>
                <c:pt idx="115">
                  <c:v>1.0610000000000001E-3</c:v>
                </c:pt>
                <c:pt idx="116">
                  <c:v>1.1789999999999999E-3</c:v>
                </c:pt>
                <c:pt idx="117">
                  <c:v>1.31E-3</c:v>
                </c:pt>
                <c:pt idx="118">
                  <c:v>1.456E-3</c:v>
                </c:pt>
                <c:pt idx="119">
                  <c:v>1.456E-3</c:v>
                </c:pt>
                <c:pt idx="120">
                  <c:v>6.9620000000000001E-4</c:v>
                </c:pt>
                <c:pt idx="121">
                  <c:v>1.6169999999999999E-3</c:v>
                </c:pt>
                <c:pt idx="122">
                  <c:v>4.1110000000000002E-4</c:v>
                </c:pt>
                <c:pt idx="123">
                  <c:v>1.456E-3</c:v>
                </c:pt>
                <c:pt idx="124">
                  <c:v>1.456E-3</c:v>
                </c:pt>
                <c:pt idx="125">
                  <c:v>1.6169999999999999E-3</c:v>
                </c:pt>
                <c:pt idx="126">
                  <c:v>8.5950000000000002E-4</c:v>
                </c:pt>
                <c:pt idx="127">
                  <c:v>8.5950000000000002E-4</c:v>
                </c:pt>
                <c:pt idx="128">
                  <c:v>1.6169999999999999E-3</c:v>
                </c:pt>
                <c:pt idx="129">
                  <c:v>1.31E-3</c:v>
                </c:pt>
                <c:pt idx="130">
                  <c:v>6.2660000000000005E-4</c:v>
                </c:pt>
                <c:pt idx="131">
                  <c:v>1.456E-3</c:v>
                </c:pt>
                <c:pt idx="132">
                  <c:v>1.6169999999999999E-3</c:v>
                </c:pt>
                <c:pt idx="133">
                  <c:v>1.0610000000000001E-3</c:v>
                </c:pt>
                <c:pt idx="134">
                  <c:v>1.6169999999999999E-3</c:v>
                </c:pt>
                <c:pt idx="135">
                  <c:v>1.1789999999999999E-3</c:v>
                </c:pt>
                <c:pt idx="136">
                  <c:v>5.0750000000000003E-4</c:v>
                </c:pt>
                <c:pt idx="137">
                  <c:v>1.456E-3</c:v>
                </c:pt>
                <c:pt idx="138">
                  <c:v>1.797E-3</c:v>
                </c:pt>
                <c:pt idx="139">
                  <c:v>1.1789999999999999E-3</c:v>
                </c:pt>
                <c:pt idx="140">
                  <c:v>1.797E-3</c:v>
                </c:pt>
                <c:pt idx="141">
                  <c:v>1.456E-3</c:v>
                </c:pt>
                <c:pt idx="142">
                  <c:v>4.5679999999999999E-4</c:v>
                </c:pt>
                <c:pt idx="143">
                  <c:v>1.9970000000000001E-3</c:v>
                </c:pt>
                <c:pt idx="144">
                  <c:v>1.9970000000000001E-3</c:v>
                </c:pt>
                <c:pt idx="145">
                  <c:v>1.6169999999999999E-3</c:v>
                </c:pt>
                <c:pt idx="146">
                  <c:v>1.9970000000000001E-3</c:v>
                </c:pt>
                <c:pt idx="147">
                  <c:v>1.9970000000000001E-3</c:v>
                </c:pt>
                <c:pt idx="148">
                  <c:v>6.2660000000000005E-4</c:v>
                </c:pt>
                <c:pt idx="149">
                  <c:v>2.2190000000000001E-3</c:v>
                </c:pt>
                <c:pt idx="150">
                  <c:v>1.1789999999999999E-3</c:v>
                </c:pt>
                <c:pt idx="151">
                  <c:v>6.8559999999999994E-5</c:v>
                </c:pt>
                <c:pt idx="152">
                  <c:v>1.9970000000000001E-3</c:v>
                </c:pt>
                <c:pt idx="153">
                  <c:v>2.4650000000000002E-3</c:v>
                </c:pt>
                <c:pt idx="154">
                  <c:v>1.1789999999999999E-3</c:v>
                </c:pt>
                <c:pt idx="155">
                  <c:v>2.4650000000000002E-3</c:v>
                </c:pt>
                <c:pt idx="156">
                  <c:v>1.9660000000000001E-4</c:v>
                </c:pt>
                <c:pt idx="157">
                  <c:v>5.6389999999999999E-4</c:v>
                </c:pt>
                <c:pt idx="158">
                  <c:v>1.456E-3</c:v>
                </c:pt>
                <c:pt idx="159">
                  <c:v>1.9970000000000001E-3</c:v>
                </c:pt>
                <c:pt idx="160">
                  <c:v>1.9970000000000001E-3</c:v>
                </c:pt>
                <c:pt idx="161">
                  <c:v>1.9970000000000001E-3</c:v>
                </c:pt>
                <c:pt idx="162">
                  <c:v>1.31E-3</c:v>
                </c:pt>
                <c:pt idx="163">
                  <c:v>4.1110000000000002E-4</c:v>
                </c:pt>
                <c:pt idx="164">
                  <c:v>2.4650000000000002E-3</c:v>
                </c:pt>
                <c:pt idx="165">
                  <c:v>1.9970000000000001E-3</c:v>
                </c:pt>
                <c:pt idx="166">
                  <c:v>1.31E-3</c:v>
                </c:pt>
                <c:pt idx="167">
                  <c:v>2.7390000000000001E-3</c:v>
                </c:pt>
                <c:pt idx="168">
                  <c:v>2.4650000000000002E-3</c:v>
                </c:pt>
                <c:pt idx="169">
                  <c:v>1.31E-3</c:v>
                </c:pt>
                <c:pt idx="170">
                  <c:v>6.9620000000000001E-4</c:v>
                </c:pt>
                <c:pt idx="171">
                  <c:v>1.797E-3</c:v>
                </c:pt>
                <c:pt idx="172">
                  <c:v>1.31E-3</c:v>
                </c:pt>
                <c:pt idx="173">
                  <c:v>1.797E-3</c:v>
                </c:pt>
                <c:pt idx="174">
                  <c:v>1.797E-3</c:v>
                </c:pt>
                <c:pt idx="175">
                  <c:v>1.456E-3</c:v>
                </c:pt>
                <c:pt idx="176">
                  <c:v>2.4650000000000002E-3</c:v>
                </c:pt>
                <c:pt idx="177">
                  <c:v>2.7390000000000001E-3</c:v>
                </c:pt>
                <c:pt idx="178">
                  <c:v>1.9970000000000001E-3</c:v>
                </c:pt>
                <c:pt idx="179">
                  <c:v>6.2660000000000005E-4</c:v>
                </c:pt>
                <c:pt idx="180">
                  <c:v>2.7390000000000001E-3</c:v>
                </c:pt>
                <c:pt idx="181">
                  <c:v>2.2190000000000001E-3</c:v>
                </c:pt>
                <c:pt idx="182">
                  <c:v>8.5950000000000002E-4</c:v>
                </c:pt>
                <c:pt idx="183">
                  <c:v>2.7390000000000001E-3</c:v>
                </c:pt>
                <c:pt idx="184">
                  <c:v>2.4650000000000002E-3</c:v>
                </c:pt>
                <c:pt idx="185">
                  <c:v>3.3809999999999999E-3</c:v>
                </c:pt>
                <c:pt idx="186">
                  <c:v>3.7569999999999999E-3</c:v>
                </c:pt>
                <c:pt idx="187">
                  <c:v>1.797E-3</c:v>
                </c:pt>
                <c:pt idx="188">
                  <c:v>1.1789999999999999E-3</c:v>
                </c:pt>
                <c:pt idx="189">
                  <c:v>1.6169999999999999E-3</c:v>
                </c:pt>
                <c:pt idx="190">
                  <c:v>4.1110000000000002E-4</c:v>
                </c:pt>
                <c:pt idx="191">
                  <c:v>2.4650000000000002E-3</c:v>
                </c:pt>
                <c:pt idx="192">
                  <c:v>8.5950000000000002E-4</c:v>
                </c:pt>
                <c:pt idx="193">
                  <c:v>2.2190000000000001E-3</c:v>
                </c:pt>
                <c:pt idx="194">
                  <c:v>1.6169999999999999E-3</c:v>
                </c:pt>
                <c:pt idx="195">
                  <c:v>5.5529999999999999E-5</c:v>
                </c:pt>
                <c:pt idx="196">
                  <c:v>1.31E-3</c:v>
                </c:pt>
                <c:pt idx="197">
                  <c:v>1.0610000000000001E-3</c:v>
                </c:pt>
                <c:pt idx="198">
                  <c:v>6.1699999999999995E-5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2B-41DD-AA96-EE1A33331E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-4"/>
        <c:auto val="1"/>
        <c:lblAlgn val="ctr"/>
        <c:lblOffset val="100"/>
        <c:tickMarkSkip val="50"/>
        <c:noMultiLvlLbl val="0"/>
      </c:catAx>
      <c:valAx>
        <c:axId val="651974152"/>
        <c:scaling>
          <c:orientation val="minMax"/>
          <c:max val="1"/>
          <c:min val="0"/>
        </c:scaling>
        <c:delete val="0"/>
        <c:axPos val="l"/>
        <c:numFmt formatCode="0.00E+00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between"/>
        <c:majorUnit val="0.25"/>
      </c:valAx>
    </c:plotArea>
    <c:legend>
      <c:legendPos val="b"/>
      <c:layout>
        <c:manualLayout>
          <c:xMode val="edge"/>
          <c:yMode val="edge"/>
          <c:x val="0.56628450288751386"/>
          <c:y val="0.20167372533602476"/>
          <c:w val="0.11258636441295651"/>
          <c:h val="0.4227910297977458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chemeClr val="accent2"/>
              </a:solidFill>
            </a:ln>
          </c:spPr>
          <c:marker>
            <c:symbol val="none"/>
          </c:marker>
          <c:val>
            <c:numRef>
              <c:f>Sheet3!$C$1:$C$99</c:f>
              <c:numCache>
                <c:formatCode>General</c:formatCode>
                <c:ptCount val="99"/>
                <c:pt idx="0">
                  <c:v>2.8421999999999999E-2</c:v>
                </c:pt>
                <c:pt idx="1">
                  <c:v>1.7251999999999899E-2</c:v>
                </c:pt>
                <c:pt idx="2">
                  <c:v>1.5453E-2</c:v>
                </c:pt>
                <c:pt idx="3">
                  <c:v>1.55199999999999E-2</c:v>
                </c:pt>
                <c:pt idx="4">
                  <c:v>1.5318999999999999E-2</c:v>
                </c:pt>
                <c:pt idx="5">
                  <c:v>1.7038999999999901E-2</c:v>
                </c:pt>
                <c:pt idx="6">
                  <c:v>1.7183E-2</c:v>
                </c:pt>
                <c:pt idx="7">
                  <c:v>1.68259999999999E-2</c:v>
                </c:pt>
                <c:pt idx="8">
                  <c:v>1.65099999999999E-2</c:v>
                </c:pt>
                <c:pt idx="9">
                  <c:v>1.6480999999999999E-2</c:v>
                </c:pt>
                <c:pt idx="10">
                  <c:v>1.6108999999999901E-2</c:v>
                </c:pt>
                <c:pt idx="11">
                  <c:v>1.6420999999999901E-2</c:v>
                </c:pt>
                <c:pt idx="12">
                  <c:v>1.5993E-2</c:v>
                </c:pt>
                <c:pt idx="13">
                  <c:v>1.5468000000000001E-2</c:v>
                </c:pt>
                <c:pt idx="14">
                  <c:v>1.50079999999999E-2</c:v>
                </c:pt>
                <c:pt idx="15">
                  <c:v>1.65279999999999E-2</c:v>
                </c:pt>
                <c:pt idx="16">
                  <c:v>1.4865E-2</c:v>
                </c:pt>
                <c:pt idx="17">
                  <c:v>1.5410999999999999E-2</c:v>
                </c:pt>
                <c:pt idx="18">
                  <c:v>1.5637999999999999E-2</c:v>
                </c:pt>
                <c:pt idx="19">
                  <c:v>1.4206999999999999E-2</c:v>
                </c:pt>
                <c:pt idx="20">
                  <c:v>1.5481999999999999E-2</c:v>
                </c:pt>
                <c:pt idx="21">
                  <c:v>1.52339999999999E-2</c:v>
                </c:pt>
                <c:pt idx="22">
                  <c:v>0.50237999999999905</c:v>
                </c:pt>
                <c:pt idx="23">
                  <c:v>0.99293799999999999</c:v>
                </c:pt>
                <c:pt idx="24">
                  <c:v>1.0904159999999901</c:v>
                </c:pt>
                <c:pt idx="25">
                  <c:v>1.22955699999999</c:v>
                </c:pt>
                <c:pt idx="26">
                  <c:v>1.1613339999999901</c:v>
                </c:pt>
                <c:pt idx="27">
                  <c:v>1.20318399999999</c:v>
                </c:pt>
                <c:pt idx="28">
                  <c:v>1.2158499999999901</c:v>
                </c:pt>
                <c:pt idx="29">
                  <c:v>1.3943489999999901</c:v>
                </c:pt>
                <c:pt idx="30">
                  <c:v>1.313618</c:v>
                </c:pt>
                <c:pt idx="31">
                  <c:v>1.352006</c:v>
                </c:pt>
                <c:pt idx="32">
                  <c:v>1.665394</c:v>
                </c:pt>
                <c:pt idx="33">
                  <c:v>1.641934</c:v>
                </c:pt>
                <c:pt idx="34">
                  <c:v>1.5903419999999899</c:v>
                </c:pt>
                <c:pt idx="35">
                  <c:v>1.8768149999999999</c:v>
                </c:pt>
                <c:pt idx="36">
                  <c:v>1.8444309999999999</c:v>
                </c:pt>
                <c:pt idx="37">
                  <c:v>1.567534</c:v>
                </c:pt>
                <c:pt idx="38">
                  <c:v>2.40493299999999</c:v>
                </c:pt>
                <c:pt idx="39">
                  <c:v>2.1796579999999999</c:v>
                </c:pt>
                <c:pt idx="40">
                  <c:v>2.2848220000000001</c:v>
                </c:pt>
                <c:pt idx="41">
                  <c:v>2.8150799999999898</c:v>
                </c:pt>
                <c:pt idx="42">
                  <c:v>3.4199359999999901</c:v>
                </c:pt>
                <c:pt idx="43">
                  <c:v>2.3635599999999899</c:v>
                </c:pt>
                <c:pt idx="44">
                  <c:v>1.8217220000000001</c:v>
                </c:pt>
                <c:pt idx="45">
                  <c:v>1.79746599999999</c:v>
                </c:pt>
                <c:pt idx="46">
                  <c:v>1.91702699999999</c:v>
                </c:pt>
                <c:pt idx="47">
                  <c:v>1.769382</c:v>
                </c:pt>
                <c:pt idx="48">
                  <c:v>1.718944</c:v>
                </c:pt>
                <c:pt idx="49">
                  <c:v>1.315725</c:v>
                </c:pt>
                <c:pt idx="50">
                  <c:v>1.3015140000000001</c:v>
                </c:pt>
                <c:pt idx="51">
                  <c:v>1.2592129999999999</c:v>
                </c:pt>
                <c:pt idx="52">
                  <c:v>1.202725</c:v>
                </c:pt>
                <c:pt idx="53">
                  <c:v>1.311272</c:v>
                </c:pt>
                <c:pt idx="54">
                  <c:v>1.3114490000000001</c:v>
                </c:pt>
                <c:pt idx="55">
                  <c:v>1.345269</c:v>
                </c:pt>
                <c:pt idx="56">
                  <c:v>1.3476239999999999</c:v>
                </c:pt>
                <c:pt idx="57">
                  <c:v>1.422369</c:v>
                </c:pt>
                <c:pt idx="58">
                  <c:v>1.44324399999999</c:v>
                </c:pt>
                <c:pt idx="59">
                  <c:v>1.6427529999999999</c:v>
                </c:pt>
                <c:pt idx="60">
                  <c:v>3.1894239999999998</c:v>
                </c:pt>
                <c:pt idx="61">
                  <c:v>1.94018799999999</c:v>
                </c:pt>
                <c:pt idx="62">
                  <c:v>1.8761369999999999</c:v>
                </c:pt>
                <c:pt idx="63">
                  <c:v>1.5511790000000001</c:v>
                </c:pt>
                <c:pt idx="64">
                  <c:v>1.578689</c:v>
                </c:pt>
                <c:pt idx="65">
                  <c:v>2.364277</c:v>
                </c:pt>
                <c:pt idx="66">
                  <c:v>1.7430049999999999</c:v>
                </c:pt>
                <c:pt idx="67">
                  <c:v>1.4018219999999999</c:v>
                </c:pt>
                <c:pt idx="68">
                  <c:v>1.5868469999999999</c:v>
                </c:pt>
                <c:pt idx="69">
                  <c:v>2.876369</c:v>
                </c:pt>
                <c:pt idx="70">
                  <c:v>3.0749620000000002</c:v>
                </c:pt>
                <c:pt idx="71">
                  <c:v>2.7034019999999899</c:v>
                </c:pt>
                <c:pt idx="72">
                  <c:v>3.58820399999999</c:v>
                </c:pt>
                <c:pt idx="73">
                  <c:v>2.042907</c:v>
                </c:pt>
                <c:pt idx="74">
                  <c:v>1.89595599999999</c:v>
                </c:pt>
                <c:pt idx="75">
                  <c:v>2.4572859999999901</c:v>
                </c:pt>
                <c:pt idx="76">
                  <c:v>1.861073</c:v>
                </c:pt>
                <c:pt idx="77">
                  <c:v>1.9427479999999999</c:v>
                </c:pt>
                <c:pt idx="78">
                  <c:v>1.674804</c:v>
                </c:pt>
                <c:pt idx="79">
                  <c:v>1.6296279999999901</c:v>
                </c:pt>
                <c:pt idx="80">
                  <c:v>1.8806480000000001</c:v>
                </c:pt>
                <c:pt idx="81">
                  <c:v>2.7261419999999998</c:v>
                </c:pt>
                <c:pt idx="82">
                  <c:v>2.0111629999999998</c:v>
                </c:pt>
                <c:pt idx="83">
                  <c:v>2.5088669999999902</c:v>
                </c:pt>
                <c:pt idx="84">
                  <c:v>1.563553</c:v>
                </c:pt>
                <c:pt idx="85">
                  <c:v>1.599035</c:v>
                </c:pt>
                <c:pt idx="86">
                  <c:v>2.3523749999999999</c:v>
                </c:pt>
                <c:pt idx="87">
                  <c:v>2.448305</c:v>
                </c:pt>
                <c:pt idx="88">
                  <c:v>2.9552129999999899</c:v>
                </c:pt>
                <c:pt idx="89">
                  <c:v>2.2150239999999899</c:v>
                </c:pt>
                <c:pt idx="90">
                  <c:v>2.4886389999999898</c:v>
                </c:pt>
                <c:pt idx="91">
                  <c:v>2.771509</c:v>
                </c:pt>
                <c:pt idx="92">
                  <c:v>2.6891780000000001</c:v>
                </c:pt>
                <c:pt idx="93">
                  <c:v>2.4264130000000002</c:v>
                </c:pt>
                <c:pt idx="94">
                  <c:v>2.8424629999999902</c:v>
                </c:pt>
                <c:pt idx="95">
                  <c:v>1.74548999999999</c:v>
                </c:pt>
                <c:pt idx="96">
                  <c:v>2.2132479999999899</c:v>
                </c:pt>
                <c:pt idx="97">
                  <c:v>1.7990060000000001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49-45B2-BF2B-F703D1AC8C49}"/>
            </c:ext>
          </c:extLst>
        </c:ser>
        <c:ser>
          <c:idx val="1"/>
          <c:order val="1"/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Sheet3!$B$1:$B$99</c:f>
              <c:numCache>
                <c:formatCode>General</c:formatCode>
                <c:ptCount val="99"/>
                <c:pt idx="0">
                  <c:v>1.3858000000000001E-2</c:v>
                </c:pt>
                <c:pt idx="1">
                  <c:v>1.9668999999999999E-2</c:v>
                </c:pt>
                <c:pt idx="2">
                  <c:v>1.6079E-2</c:v>
                </c:pt>
                <c:pt idx="3">
                  <c:v>4.8533E-2</c:v>
                </c:pt>
                <c:pt idx="4">
                  <c:v>2.1672E-2</c:v>
                </c:pt>
                <c:pt idx="5">
                  <c:v>4.8668000000000003E-2</c:v>
                </c:pt>
                <c:pt idx="6">
                  <c:v>3.4577999999999998E-2</c:v>
                </c:pt>
                <c:pt idx="7">
                  <c:v>2.9298999999999999E-2</c:v>
                </c:pt>
                <c:pt idx="8">
                  <c:v>3.5529999999999999E-2</c:v>
                </c:pt>
                <c:pt idx="9">
                  <c:v>2.7644999999999999E-2</c:v>
                </c:pt>
                <c:pt idx="10">
                  <c:v>2.5656999999999999E-2</c:v>
                </c:pt>
                <c:pt idx="11">
                  <c:v>1.8151E-2</c:v>
                </c:pt>
                <c:pt idx="12">
                  <c:v>3.1009999999999999E-2</c:v>
                </c:pt>
                <c:pt idx="13">
                  <c:v>6.8866999999999998E-2</c:v>
                </c:pt>
                <c:pt idx="14">
                  <c:v>3.8768999999999998E-2</c:v>
                </c:pt>
                <c:pt idx="15">
                  <c:v>4.3222999999999998E-2</c:v>
                </c:pt>
                <c:pt idx="16">
                  <c:v>3.9317999999999999E-2</c:v>
                </c:pt>
                <c:pt idx="17">
                  <c:v>2.1822000000000001E-2</c:v>
                </c:pt>
                <c:pt idx="18">
                  <c:v>4.2284000000000002E-2</c:v>
                </c:pt>
                <c:pt idx="19">
                  <c:v>3.7811999999999998E-2</c:v>
                </c:pt>
                <c:pt idx="20">
                  <c:v>3.9404000000000002E-2</c:v>
                </c:pt>
                <c:pt idx="21">
                  <c:v>1.4219000000000001E-2</c:v>
                </c:pt>
                <c:pt idx="22">
                  <c:v>0.26416499999999998</c:v>
                </c:pt>
                <c:pt idx="23">
                  <c:v>0.33008500000000002</c:v>
                </c:pt>
                <c:pt idx="24">
                  <c:v>0.33699599999999902</c:v>
                </c:pt>
                <c:pt idx="25">
                  <c:v>0.322849</c:v>
                </c:pt>
                <c:pt idx="26">
                  <c:v>0.27282599999999901</c:v>
                </c:pt>
                <c:pt idx="27">
                  <c:v>1.63811199999999</c:v>
                </c:pt>
                <c:pt idx="28">
                  <c:v>1.631243</c:v>
                </c:pt>
                <c:pt idx="29">
                  <c:v>1.7243919999999999</c:v>
                </c:pt>
                <c:pt idx="30">
                  <c:v>1.3648449999999901</c:v>
                </c:pt>
                <c:pt idx="31">
                  <c:v>1.080498</c:v>
                </c:pt>
                <c:pt idx="32">
                  <c:v>0.92676000000000003</c:v>
                </c:pt>
                <c:pt idx="33">
                  <c:v>0.74009399999999903</c:v>
                </c:pt>
                <c:pt idx="34">
                  <c:v>0.86570699999999901</c:v>
                </c:pt>
                <c:pt idx="35">
                  <c:v>0.80882399999999999</c:v>
                </c:pt>
                <c:pt idx="36">
                  <c:v>0.63208799999999998</c:v>
                </c:pt>
                <c:pt idx="37">
                  <c:v>0.64626099999999898</c:v>
                </c:pt>
                <c:pt idx="38">
                  <c:v>0.67542099999999905</c:v>
                </c:pt>
                <c:pt idx="39">
                  <c:v>0.680647</c:v>
                </c:pt>
                <c:pt idx="40">
                  <c:v>0.69081299999999901</c:v>
                </c:pt>
                <c:pt idx="41">
                  <c:v>0.70319899999999902</c:v>
                </c:pt>
                <c:pt idx="42">
                  <c:v>0.68820300000000001</c:v>
                </c:pt>
                <c:pt idx="43">
                  <c:v>0.59377000000000002</c:v>
                </c:pt>
                <c:pt idx="44">
                  <c:v>0.59142300000000003</c:v>
                </c:pt>
                <c:pt idx="45">
                  <c:v>0.72673599999999905</c:v>
                </c:pt>
                <c:pt idx="46">
                  <c:v>0.747174</c:v>
                </c:pt>
                <c:pt idx="47">
                  <c:v>0.72223299999999901</c:v>
                </c:pt>
                <c:pt idx="48">
                  <c:v>0.667013999999999</c:v>
                </c:pt>
                <c:pt idx="49">
                  <c:v>0.62080299999999899</c:v>
                </c:pt>
                <c:pt idx="50">
                  <c:v>0.46686100000000003</c:v>
                </c:pt>
                <c:pt idx="51">
                  <c:v>0.46873799999999999</c:v>
                </c:pt>
                <c:pt idx="52">
                  <c:v>0.25164599999999998</c:v>
                </c:pt>
                <c:pt idx="53">
                  <c:v>0.25640200000000002</c:v>
                </c:pt>
                <c:pt idx="54">
                  <c:v>0.31018099999999998</c:v>
                </c:pt>
                <c:pt idx="55">
                  <c:v>0.18548300000000001</c:v>
                </c:pt>
                <c:pt idx="56">
                  <c:v>0.31818599999999903</c:v>
                </c:pt>
                <c:pt idx="57">
                  <c:v>0.28355799999999998</c:v>
                </c:pt>
                <c:pt idx="58">
                  <c:v>0.25282300000000002</c:v>
                </c:pt>
                <c:pt idx="59">
                  <c:v>0.27889700000000001</c:v>
                </c:pt>
                <c:pt idx="60">
                  <c:v>0.32328600000000002</c:v>
                </c:pt>
                <c:pt idx="61">
                  <c:v>0.31050899999999998</c:v>
                </c:pt>
                <c:pt idx="62">
                  <c:v>0.24404999999999999</c:v>
                </c:pt>
                <c:pt idx="63">
                  <c:v>0.25167400000000001</c:v>
                </c:pt>
                <c:pt idx="64">
                  <c:v>0.14550299999999999</c:v>
                </c:pt>
                <c:pt idx="65">
                  <c:v>0.15678799999999901</c:v>
                </c:pt>
                <c:pt idx="66">
                  <c:v>0.16985900000000001</c:v>
                </c:pt>
                <c:pt idx="67">
                  <c:v>0.162906</c:v>
                </c:pt>
                <c:pt idx="68">
                  <c:v>0.30482599999999999</c:v>
                </c:pt>
                <c:pt idx="69">
                  <c:v>0.25254700000000002</c:v>
                </c:pt>
                <c:pt idx="70">
                  <c:v>0.23111200000000001</c:v>
                </c:pt>
                <c:pt idx="71">
                  <c:v>0.187915999999999</c:v>
                </c:pt>
                <c:pt idx="72">
                  <c:v>0.25140299999999999</c:v>
                </c:pt>
                <c:pt idx="73">
                  <c:v>0.162604</c:v>
                </c:pt>
                <c:pt idx="74">
                  <c:v>0.20494199999999901</c:v>
                </c:pt>
                <c:pt idx="75">
                  <c:v>0.22584799999999999</c:v>
                </c:pt>
                <c:pt idx="76">
                  <c:v>0.10729899999999901</c:v>
                </c:pt>
                <c:pt idx="77">
                  <c:v>0.16270399999999999</c:v>
                </c:pt>
                <c:pt idx="78">
                  <c:v>0.24546399999999999</c:v>
                </c:pt>
                <c:pt idx="79">
                  <c:v>0.104417</c:v>
                </c:pt>
                <c:pt idx="80">
                  <c:v>0.17816499999999999</c:v>
                </c:pt>
                <c:pt idx="81">
                  <c:v>0.17549000000000001</c:v>
                </c:pt>
                <c:pt idx="82">
                  <c:v>0.137351</c:v>
                </c:pt>
                <c:pt idx="83">
                  <c:v>0.12653899999999901</c:v>
                </c:pt>
                <c:pt idx="84">
                  <c:v>0.108629</c:v>
                </c:pt>
                <c:pt idx="85">
                  <c:v>0.13776099999999999</c:v>
                </c:pt>
                <c:pt idx="86">
                  <c:v>0.104797</c:v>
                </c:pt>
                <c:pt idx="87">
                  <c:v>7.4370000000000006E-2</c:v>
                </c:pt>
                <c:pt idx="88">
                  <c:v>7.8248999999999999E-2</c:v>
                </c:pt>
                <c:pt idx="89">
                  <c:v>0.151949</c:v>
                </c:pt>
                <c:pt idx="90">
                  <c:v>0.101817</c:v>
                </c:pt>
                <c:pt idx="91">
                  <c:v>8.1130999999999995E-2</c:v>
                </c:pt>
                <c:pt idx="92">
                  <c:v>5.6862000000000003E-2</c:v>
                </c:pt>
                <c:pt idx="93">
                  <c:v>5.6103E-2</c:v>
                </c:pt>
                <c:pt idx="94">
                  <c:v>9.0576999999999894E-2</c:v>
                </c:pt>
                <c:pt idx="95">
                  <c:v>8.4705000000000003E-2</c:v>
                </c:pt>
                <c:pt idx="96">
                  <c:v>6.4061000000000007E-2</c:v>
                </c:pt>
                <c:pt idx="97">
                  <c:v>9.9962999999999996E-2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449-45B2-BF2B-F703D1AC8C49}"/>
            </c:ext>
          </c:extLst>
        </c:ser>
        <c:ser>
          <c:idx val="2"/>
          <c:order val="2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Sheet3!$A$1:$A$99</c:f>
              <c:numCache>
                <c:formatCode>0.0000000</c:formatCode>
                <c:ptCount val="99"/>
                <c:pt idx="0">
                  <c:v>2.2900000000000001E-4</c:v>
                </c:pt>
                <c:pt idx="1">
                  <c:v>1.5200000000000001E-4</c:v>
                </c:pt>
                <c:pt idx="2">
                  <c:v>1.4999999999999999E-4</c:v>
                </c:pt>
                <c:pt idx="3">
                  <c:v>1.54E-4</c:v>
                </c:pt>
                <c:pt idx="4">
                  <c:v>1.84E-4</c:v>
                </c:pt>
                <c:pt idx="5">
                  <c:v>1.85E-4</c:v>
                </c:pt>
                <c:pt idx="6">
                  <c:v>1.6899999999999999E-4</c:v>
                </c:pt>
                <c:pt idx="7">
                  <c:v>1.8799999999999999E-4</c:v>
                </c:pt>
                <c:pt idx="8">
                  <c:v>1.7899999999999999E-4</c:v>
                </c:pt>
                <c:pt idx="9">
                  <c:v>1.7899999999999999E-4</c:v>
                </c:pt>
                <c:pt idx="10">
                  <c:v>1.7699999999999999E-4</c:v>
                </c:pt>
                <c:pt idx="11">
                  <c:v>1.8000000000000001E-4</c:v>
                </c:pt>
                <c:pt idx="12">
                  <c:v>1.8799999999999999E-4</c:v>
                </c:pt>
                <c:pt idx="13">
                  <c:v>1.7799999999999999E-4</c:v>
                </c:pt>
                <c:pt idx="14">
                  <c:v>1.8200000000000001E-4</c:v>
                </c:pt>
                <c:pt idx="15">
                  <c:v>1.95E-4</c:v>
                </c:pt>
                <c:pt idx="16">
                  <c:v>1.8799999999999999E-4</c:v>
                </c:pt>
                <c:pt idx="17">
                  <c:v>1.92E-4</c:v>
                </c:pt>
                <c:pt idx="18">
                  <c:v>1.8900000000000001E-4</c:v>
                </c:pt>
                <c:pt idx="19">
                  <c:v>1.93E-4</c:v>
                </c:pt>
                <c:pt idx="20">
                  <c:v>2.1100000000000001E-4</c:v>
                </c:pt>
                <c:pt idx="21">
                  <c:v>1.93E-4</c:v>
                </c:pt>
                <c:pt idx="22">
                  <c:v>6.7324999999999996E-2</c:v>
                </c:pt>
                <c:pt idx="23">
                  <c:v>6.2976000000000004E-2</c:v>
                </c:pt>
                <c:pt idx="24">
                  <c:v>0.110371</c:v>
                </c:pt>
                <c:pt idx="25">
                  <c:v>9.5584000000000002E-2</c:v>
                </c:pt>
                <c:pt idx="26">
                  <c:v>0.108304</c:v>
                </c:pt>
                <c:pt idx="27">
                  <c:v>0.63510699999999998</c:v>
                </c:pt>
                <c:pt idx="28">
                  <c:v>0.47415599999999902</c:v>
                </c:pt>
                <c:pt idx="29">
                  <c:v>1</c:v>
                </c:pt>
                <c:pt idx="30">
                  <c:v>0.642956999999999</c:v>
                </c:pt>
                <c:pt idx="31">
                  <c:v>0.53913599999999995</c:v>
                </c:pt>
                <c:pt idx="32">
                  <c:v>0.47964699999999999</c:v>
                </c:pt>
                <c:pt idx="33">
                  <c:v>0.40174199999999999</c:v>
                </c:pt>
                <c:pt idx="34">
                  <c:v>0.51424899999999996</c:v>
                </c:pt>
                <c:pt idx="35">
                  <c:v>0.46128199999999903</c:v>
                </c:pt>
                <c:pt idx="36">
                  <c:v>0.30329699999999998</c:v>
                </c:pt>
                <c:pt idx="37">
                  <c:v>0.33405299999999999</c:v>
                </c:pt>
                <c:pt idx="38">
                  <c:v>0.42217199999999999</c:v>
                </c:pt>
                <c:pt idx="39">
                  <c:v>0.31183100000000002</c:v>
                </c:pt>
                <c:pt idx="40">
                  <c:v>0.29345500000000002</c:v>
                </c:pt>
                <c:pt idx="41">
                  <c:v>0.32479599999999997</c:v>
                </c:pt>
                <c:pt idx="42">
                  <c:v>0.35190500000000002</c:v>
                </c:pt>
                <c:pt idx="43">
                  <c:v>0.57772100000000004</c:v>
                </c:pt>
                <c:pt idx="44">
                  <c:v>0.61238299999999901</c:v>
                </c:pt>
                <c:pt idx="45">
                  <c:v>0.60673899999999903</c:v>
                </c:pt>
                <c:pt idx="46">
                  <c:v>0.48988399999999999</c:v>
                </c:pt>
                <c:pt idx="47">
                  <c:v>0.344725</c:v>
                </c:pt>
                <c:pt idx="48">
                  <c:v>0.22562599999999999</c:v>
                </c:pt>
                <c:pt idx="49">
                  <c:v>0.16627999999999901</c:v>
                </c:pt>
                <c:pt idx="50">
                  <c:v>0.14129999999999901</c:v>
                </c:pt>
                <c:pt idx="51">
                  <c:v>0.12687799999999999</c:v>
                </c:pt>
                <c:pt idx="52">
                  <c:v>0.127251</c:v>
                </c:pt>
                <c:pt idx="53">
                  <c:v>0.144399</c:v>
                </c:pt>
                <c:pt idx="54">
                  <c:v>0.135521</c:v>
                </c:pt>
                <c:pt idx="55">
                  <c:v>0.124671</c:v>
                </c:pt>
                <c:pt idx="56">
                  <c:v>0.16156399999999899</c:v>
                </c:pt>
                <c:pt idx="57">
                  <c:v>0.14652299999999999</c:v>
                </c:pt>
                <c:pt idx="58">
                  <c:v>0.15560099999999999</c:v>
                </c:pt>
                <c:pt idx="59">
                  <c:v>0.141374</c:v>
                </c:pt>
                <c:pt idx="60">
                  <c:v>0.13977899999999999</c:v>
                </c:pt>
                <c:pt idx="61">
                  <c:v>0.183061999999999</c:v>
                </c:pt>
                <c:pt idx="62">
                  <c:v>0.21090300000000001</c:v>
                </c:pt>
                <c:pt idx="63">
                  <c:v>0.16522700000000001</c:v>
                </c:pt>
                <c:pt idx="64">
                  <c:v>0.143433</c:v>
                </c:pt>
                <c:pt idx="65">
                  <c:v>0.14079799999999901</c:v>
                </c:pt>
                <c:pt idx="66">
                  <c:v>0.131379</c:v>
                </c:pt>
                <c:pt idx="67">
                  <c:v>8.5125999999999993E-2</c:v>
                </c:pt>
                <c:pt idx="68">
                  <c:v>4.0567999999999903E-2</c:v>
                </c:pt>
                <c:pt idx="69">
                  <c:v>4.8842999999999998E-2</c:v>
                </c:pt>
                <c:pt idx="70">
                  <c:v>4.4925999999999897E-2</c:v>
                </c:pt>
                <c:pt idx="71">
                  <c:v>4.2564999999999999E-2</c:v>
                </c:pt>
                <c:pt idx="72">
                  <c:v>3.5608000000000001E-2</c:v>
                </c:pt>
                <c:pt idx="73">
                  <c:v>2.8632000000000001E-2</c:v>
                </c:pt>
                <c:pt idx="74">
                  <c:v>2.7621E-2</c:v>
                </c:pt>
                <c:pt idx="75">
                  <c:v>4.4734000000000003E-2</c:v>
                </c:pt>
                <c:pt idx="76">
                  <c:v>4.3425999999999999E-2</c:v>
                </c:pt>
                <c:pt idx="77">
                  <c:v>2.5659999999999999E-2</c:v>
                </c:pt>
                <c:pt idx="78">
                  <c:v>2.4419E-2</c:v>
                </c:pt>
                <c:pt idx="79">
                  <c:v>2.6366999999999901E-2</c:v>
                </c:pt>
                <c:pt idx="80">
                  <c:v>2.6022E-2</c:v>
                </c:pt>
                <c:pt idx="81">
                  <c:v>2.3446000000000002E-2</c:v>
                </c:pt>
                <c:pt idx="82">
                  <c:v>4.0087999999999999E-2</c:v>
                </c:pt>
                <c:pt idx="83">
                  <c:v>3.9669999999999997E-2</c:v>
                </c:pt>
                <c:pt idx="84">
                  <c:v>3.7933000000000001E-2</c:v>
                </c:pt>
                <c:pt idx="85">
                  <c:v>3.3255E-2</c:v>
                </c:pt>
                <c:pt idx="86">
                  <c:v>3.8233000000000003E-2</c:v>
                </c:pt>
                <c:pt idx="87">
                  <c:v>2.9398000000000001E-2</c:v>
                </c:pt>
                <c:pt idx="88">
                  <c:v>3.5575000000000002E-2</c:v>
                </c:pt>
                <c:pt idx="89">
                  <c:v>2.3383000000000001E-2</c:v>
                </c:pt>
                <c:pt idx="90">
                  <c:v>2.8922E-2</c:v>
                </c:pt>
                <c:pt idx="91">
                  <c:v>3.0473E-2</c:v>
                </c:pt>
                <c:pt idx="92">
                  <c:v>2.6543000000000001E-2</c:v>
                </c:pt>
                <c:pt idx="93">
                  <c:v>3.8682000000000001E-2</c:v>
                </c:pt>
                <c:pt idx="94">
                  <c:v>4.2511E-2</c:v>
                </c:pt>
                <c:pt idx="95">
                  <c:v>4.3911999999999902E-2</c:v>
                </c:pt>
                <c:pt idx="96">
                  <c:v>3.6832999999999998E-2</c:v>
                </c:pt>
                <c:pt idx="97">
                  <c:v>2.947E-2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449-45B2-BF2B-F703D1AC8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0"/>
        <c:auto val="1"/>
        <c:lblAlgn val="ctr"/>
        <c:lblOffset val="100"/>
        <c:tickMarkSkip val="25"/>
        <c:noMultiLvlLbl val="0"/>
      </c:catAx>
      <c:valAx>
        <c:axId val="651974152"/>
        <c:scaling>
          <c:orientation val="minMax"/>
          <c:max val="4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between"/>
        <c:majorUnit val="1"/>
      </c:valAx>
    </c:plotArea>
    <c:legend>
      <c:legendPos val="b"/>
      <c:layout>
        <c:manualLayout>
          <c:xMode val="edge"/>
          <c:yMode val="edge"/>
          <c:x val="8.644816549830002E-2"/>
          <c:y val="7.774596431038434E-3"/>
          <c:w val="0.10269344496494899"/>
          <c:h val="0.511026222986273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Sheet1!$A$1:$A$28</c:f>
              <c:numCache>
                <c:formatCode>General</c:formatCode>
                <c:ptCount val="28"/>
                <c:pt idx="0">
                  <c:v>12.294124999999999</c:v>
                </c:pt>
                <c:pt idx="1">
                  <c:v>22.503405999999998</c:v>
                </c:pt>
                <c:pt idx="2">
                  <c:v>23.448471000000001</c:v>
                </c:pt>
                <c:pt idx="3">
                  <c:v>12.979819000000001</c:v>
                </c:pt>
                <c:pt idx="4">
                  <c:v>14.869277</c:v>
                </c:pt>
                <c:pt idx="5">
                  <c:v>13.836713</c:v>
                </c:pt>
                <c:pt idx="6">
                  <c:v>15.549553</c:v>
                </c:pt>
                <c:pt idx="7">
                  <c:v>14.521003</c:v>
                </c:pt>
                <c:pt idx="8">
                  <c:v>15.481695</c:v>
                </c:pt>
                <c:pt idx="9">
                  <c:v>16.109458</c:v>
                </c:pt>
                <c:pt idx="10">
                  <c:v>16.282346</c:v>
                </c:pt>
                <c:pt idx="11">
                  <c:v>19.200742000000002</c:v>
                </c:pt>
                <c:pt idx="12">
                  <c:v>18.748474000000002</c:v>
                </c:pt>
                <c:pt idx="13">
                  <c:v>22.918572000000001</c:v>
                </c:pt>
                <c:pt idx="14">
                  <c:v>22.566974999999999</c:v>
                </c:pt>
                <c:pt idx="15">
                  <c:v>25.847300000000001</c:v>
                </c:pt>
                <c:pt idx="16">
                  <c:v>25.109325999999999</c:v>
                </c:pt>
                <c:pt idx="17">
                  <c:v>28.432065999999999</c:v>
                </c:pt>
                <c:pt idx="18">
                  <c:v>28.346886000000001</c:v>
                </c:pt>
                <c:pt idx="19">
                  <c:v>34.590269999999997</c:v>
                </c:pt>
                <c:pt idx="20">
                  <c:v>30.847280000000001</c:v>
                </c:pt>
                <c:pt idx="21">
                  <c:v>31.159696</c:v>
                </c:pt>
                <c:pt idx="22">
                  <c:v>64.523615000000007</c:v>
                </c:pt>
                <c:pt idx="23">
                  <c:v>34.323306000000002</c:v>
                </c:pt>
                <c:pt idx="24">
                  <c:v>31.195564999999998</c:v>
                </c:pt>
                <c:pt idx="25">
                  <c:v>32.992702000000001</c:v>
                </c:pt>
                <c:pt idx="26">
                  <c:v>57.535677999999997</c:v>
                </c:pt>
                <c:pt idx="27">
                  <c:v>58.073742000000003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59-41CE-872A-92CE349C2113}"/>
            </c:ext>
          </c:extLst>
        </c:ser>
        <c:ser>
          <c:idx val="1"/>
          <c:order val="1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Sheet1!$B$1:$B$28</c:f>
              <c:numCache>
                <c:formatCode>General</c:formatCode>
                <c:ptCount val="28"/>
                <c:pt idx="0">
                  <c:v>11.887915</c:v>
                </c:pt>
                <c:pt idx="1">
                  <c:v>15.635694000000001</c:v>
                </c:pt>
                <c:pt idx="2">
                  <c:v>19.352656</c:v>
                </c:pt>
                <c:pt idx="3">
                  <c:v>12.783911</c:v>
                </c:pt>
                <c:pt idx="4">
                  <c:v>12.578922</c:v>
                </c:pt>
                <c:pt idx="5">
                  <c:v>13.229898</c:v>
                </c:pt>
                <c:pt idx="6">
                  <c:v>15.396406000000001</c:v>
                </c:pt>
                <c:pt idx="7">
                  <c:v>13.893905999999999</c:v>
                </c:pt>
                <c:pt idx="8">
                  <c:v>12.332554</c:v>
                </c:pt>
                <c:pt idx="9">
                  <c:v>13.684725</c:v>
                </c:pt>
                <c:pt idx="10">
                  <c:v>13.795700999999999</c:v>
                </c:pt>
                <c:pt idx="11">
                  <c:v>15.557373999999999</c:v>
                </c:pt>
                <c:pt idx="12">
                  <c:v>15.522519000000001</c:v>
                </c:pt>
                <c:pt idx="13">
                  <c:v>17.637723000000001</c:v>
                </c:pt>
                <c:pt idx="14">
                  <c:v>17.589193000000002</c:v>
                </c:pt>
                <c:pt idx="15">
                  <c:v>19.099771</c:v>
                </c:pt>
                <c:pt idx="16">
                  <c:v>19.951198999999999</c:v>
                </c:pt>
                <c:pt idx="17">
                  <c:v>21.135598999999999</c:v>
                </c:pt>
                <c:pt idx="18">
                  <c:v>20.615521000000001</c:v>
                </c:pt>
                <c:pt idx="19">
                  <c:v>45.168216000000001</c:v>
                </c:pt>
                <c:pt idx="20">
                  <c:v>23.949957999999999</c:v>
                </c:pt>
                <c:pt idx="21">
                  <c:v>23.570125999999998</c:v>
                </c:pt>
                <c:pt idx="22">
                  <c:v>67.444642999999999</c:v>
                </c:pt>
                <c:pt idx="23">
                  <c:v>27.050961000000001</c:v>
                </c:pt>
                <c:pt idx="24">
                  <c:v>24.635961999999999</c:v>
                </c:pt>
                <c:pt idx="25">
                  <c:v>23.031457</c:v>
                </c:pt>
                <c:pt idx="26">
                  <c:v>54.756768000000001</c:v>
                </c:pt>
                <c:pt idx="27">
                  <c:v>59.430700000000002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59-41CE-872A-92CE349C2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0"/>
        <c:auto val="1"/>
        <c:lblAlgn val="ctr"/>
        <c:lblOffset val="100"/>
        <c:tickMarkSkip val="7"/>
        <c:noMultiLvlLbl val="0"/>
      </c:catAx>
      <c:valAx>
        <c:axId val="651974152"/>
        <c:scaling>
          <c:orientation val="minMax"/>
          <c:max val="80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between"/>
        <c:majorUnit val="20"/>
      </c:valAx>
    </c:plotArea>
    <c:legend>
      <c:legendPos val="b"/>
      <c:layout>
        <c:manualLayout>
          <c:xMode val="edge"/>
          <c:yMode val="edge"/>
          <c:x val="8.3842494995944913E-2"/>
          <c:y val="6.336556031761853E-2"/>
          <c:w val="0.16035873522818389"/>
          <c:h val="0.445066238758069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2"/>
          <c:order val="0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Sheet2!$A$1:$A$160</c:f>
              <c:numCache>
                <c:formatCode>General</c:formatCode>
                <c:ptCount val="160"/>
                <c:pt idx="0">
                  <c:v>4.7569999999999999E-3</c:v>
                </c:pt>
                <c:pt idx="1">
                  <c:v>4.5050000000000003E-3</c:v>
                </c:pt>
                <c:pt idx="2">
                  <c:v>1.9629999999999999E-3</c:v>
                </c:pt>
                <c:pt idx="3">
                  <c:v>1.9859999999999999E-3</c:v>
                </c:pt>
                <c:pt idx="4">
                  <c:v>4.5490000000000001E-3</c:v>
                </c:pt>
                <c:pt idx="5">
                  <c:v>1.967E-3</c:v>
                </c:pt>
                <c:pt idx="6">
                  <c:v>1.7910000000000001E-3</c:v>
                </c:pt>
                <c:pt idx="7">
                  <c:v>1.8370000000000001E-3</c:v>
                </c:pt>
                <c:pt idx="8">
                  <c:v>1.802E-3</c:v>
                </c:pt>
                <c:pt idx="9">
                  <c:v>0.275177</c:v>
                </c:pt>
                <c:pt idx="10">
                  <c:v>0.41581000000000001</c:v>
                </c:pt>
                <c:pt idx="11">
                  <c:v>0.48583999999999999</c:v>
                </c:pt>
                <c:pt idx="12">
                  <c:v>0.43243999999999999</c:v>
                </c:pt>
                <c:pt idx="13">
                  <c:v>0.485346</c:v>
                </c:pt>
                <c:pt idx="14">
                  <c:v>0.54703199999999996</c:v>
                </c:pt>
                <c:pt idx="15">
                  <c:v>0.59065500000000004</c:v>
                </c:pt>
                <c:pt idx="16">
                  <c:v>0.59088200000000002</c:v>
                </c:pt>
                <c:pt idx="17">
                  <c:v>0.50790900000000005</c:v>
                </c:pt>
                <c:pt idx="18">
                  <c:v>0.51119999999999999</c:v>
                </c:pt>
                <c:pt idx="19">
                  <c:v>0.48227100000000001</c:v>
                </c:pt>
                <c:pt idx="20">
                  <c:v>0.53618600000000005</c:v>
                </c:pt>
                <c:pt idx="21">
                  <c:v>0.62076299999999995</c:v>
                </c:pt>
                <c:pt idx="22">
                  <c:v>0.58665400000000001</c:v>
                </c:pt>
                <c:pt idx="23">
                  <c:v>0.51379300000000006</c:v>
                </c:pt>
                <c:pt idx="24">
                  <c:v>0.54658600000000002</c:v>
                </c:pt>
                <c:pt idx="25">
                  <c:v>0.570241</c:v>
                </c:pt>
                <c:pt idx="26">
                  <c:v>0.48058800000000002</c:v>
                </c:pt>
                <c:pt idx="27">
                  <c:v>1.048918</c:v>
                </c:pt>
                <c:pt idx="28">
                  <c:v>0.52822100000000005</c:v>
                </c:pt>
                <c:pt idx="29">
                  <c:v>0.49294700000000002</c:v>
                </c:pt>
                <c:pt idx="30">
                  <c:v>0.45496599999999998</c:v>
                </c:pt>
                <c:pt idx="31">
                  <c:v>0.37114900000000001</c:v>
                </c:pt>
                <c:pt idx="32">
                  <c:v>0.34747899999999998</c:v>
                </c:pt>
                <c:pt idx="33">
                  <c:v>0.43917499999999998</c:v>
                </c:pt>
                <c:pt idx="34">
                  <c:v>0.451129</c:v>
                </c:pt>
                <c:pt idx="35">
                  <c:v>0.164433</c:v>
                </c:pt>
                <c:pt idx="36">
                  <c:v>0.52869600000000005</c:v>
                </c:pt>
                <c:pt idx="37">
                  <c:v>0.39736500000000002</c:v>
                </c:pt>
                <c:pt idx="38">
                  <c:v>9.5454999999999998E-2</c:v>
                </c:pt>
                <c:pt idx="39">
                  <c:v>0.30145</c:v>
                </c:pt>
                <c:pt idx="40">
                  <c:v>0.221303</c:v>
                </c:pt>
                <c:pt idx="41">
                  <c:v>0.16487599999999999</c:v>
                </c:pt>
                <c:pt idx="42">
                  <c:v>0.266988</c:v>
                </c:pt>
                <c:pt idx="43">
                  <c:v>0.186388</c:v>
                </c:pt>
                <c:pt idx="44">
                  <c:v>0.37353799999999998</c:v>
                </c:pt>
                <c:pt idx="45">
                  <c:v>0.32292700000000002</c:v>
                </c:pt>
                <c:pt idx="46">
                  <c:v>0.116961</c:v>
                </c:pt>
                <c:pt idx="47">
                  <c:v>0.45005899999999999</c:v>
                </c:pt>
                <c:pt idx="48">
                  <c:v>0.1673</c:v>
                </c:pt>
                <c:pt idx="49">
                  <c:v>0.265899</c:v>
                </c:pt>
                <c:pt idx="50">
                  <c:v>0.48758299999999999</c:v>
                </c:pt>
                <c:pt idx="51">
                  <c:v>0.37514900000000001</c:v>
                </c:pt>
                <c:pt idx="52">
                  <c:v>0.79342500000000005</c:v>
                </c:pt>
                <c:pt idx="53">
                  <c:v>0.48558200000000001</c:v>
                </c:pt>
                <c:pt idx="54">
                  <c:v>0.18853400000000001</c:v>
                </c:pt>
                <c:pt idx="55">
                  <c:v>0.62390000000000001</c:v>
                </c:pt>
                <c:pt idx="56">
                  <c:v>0.24303</c:v>
                </c:pt>
                <c:pt idx="57">
                  <c:v>0.47916599999999998</c:v>
                </c:pt>
                <c:pt idx="58">
                  <c:v>0.41192699999999999</c:v>
                </c:pt>
                <c:pt idx="59">
                  <c:v>9.8104999999999998E-2</c:v>
                </c:pt>
                <c:pt idx="60">
                  <c:v>0.24631800000000001</c:v>
                </c:pt>
                <c:pt idx="61">
                  <c:v>8.2461000000000007E-2</c:v>
                </c:pt>
                <c:pt idx="62">
                  <c:v>0.34154200000000001</c:v>
                </c:pt>
                <c:pt idx="63">
                  <c:v>7.6131000000000004E-2</c:v>
                </c:pt>
                <c:pt idx="64">
                  <c:v>0.138574</c:v>
                </c:pt>
                <c:pt idx="65">
                  <c:v>0.10671899999999999</c:v>
                </c:pt>
                <c:pt idx="66">
                  <c:v>6.2689999999999996E-2</c:v>
                </c:pt>
                <c:pt idx="67">
                  <c:v>0.32688600000000001</c:v>
                </c:pt>
                <c:pt idx="68">
                  <c:v>0.15937200000000001</c:v>
                </c:pt>
                <c:pt idx="69">
                  <c:v>0.44295099999999998</c:v>
                </c:pt>
                <c:pt idx="70">
                  <c:v>0.48780899999999999</c:v>
                </c:pt>
                <c:pt idx="71">
                  <c:v>0.482794</c:v>
                </c:pt>
                <c:pt idx="72">
                  <c:v>0.23308200000000001</c:v>
                </c:pt>
                <c:pt idx="73">
                  <c:v>4.4942999999999997E-2</c:v>
                </c:pt>
                <c:pt idx="74">
                  <c:v>1.7714000000000001E-2</c:v>
                </c:pt>
                <c:pt idx="75">
                  <c:v>3.891E-2</c:v>
                </c:pt>
                <c:pt idx="76">
                  <c:v>8.5070000000000007E-2</c:v>
                </c:pt>
                <c:pt idx="77">
                  <c:v>0.39956000000000003</c:v>
                </c:pt>
                <c:pt idx="78">
                  <c:v>1.7652000000000001E-2</c:v>
                </c:pt>
                <c:pt idx="79">
                  <c:v>4.2757000000000003E-2</c:v>
                </c:pt>
                <c:pt idx="80">
                  <c:v>2.5078E-2</c:v>
                </c:pt>
                <c:pt idx="81">
                  <c:v>3.9941999999999998E-2</c:v>
                </c:pt>
                <c:pt idx="82">
                  <c:v>0.50841199999999998</c:v>
                </c:pt>
                <c:pt idx="83">
                  <c:v>4.5690000000000001E-2</c:v>
                </c:pt>
                <c:pt idx="84">
                  <c:v>4.6138999999999999E-2</c:v>
                </c:pt>
                <c:pt idx="85">
                  <c:v>0.315666</c:v>
                </c:pt>
                <c:pt idx="86">
                  <c:v>1.7016E-2</c:v>
                </c:pt>
                <c:pt idx="87">
                  <c:v>4.6365000000000003E-2</c:v>
                </c:pt>
                <c:pt idx="88">
                  <c:v>8.7970999999999994E-2</c:v>
                </c:pt>
                <c:pt idx="89">
                  <c:v>8.7987999999999997E-2</c:v>
                </c:pt>
                <c:pt idx="90">
                  <c:v>7.8816999999999998E-2</c:v>
                </c:pt>
                <c:pt idx="91">
                  <c:v>0.167575</c:v>
                </c:pt>
                <c:pt idx="92">
                  <c:v>9.4589999999999994E-2</c:v>
                </c:pt>
                <c:pt idx="93">
                  <c:v>1.8422999999999998E-2</c:v>
                </c:pt>
                <c:pt idx="94">
                  <c:v>0.20405999999999999</c:v>
                </c:pt>
                <c:pt idx="95">
                  <c:v>5.3645999999999999E-2</c:v>
                </c:pt>
                <c:pt idx="96">
                  <c:v>2.2762999999999999E-2</c:v>
                </c:pt>
                <c:pt idx="97">
                  <c:v>2.8847000000000001E-2</c:v>
                </c:pt>
                <c:pt idx="98">
                  <c:v>0.11289100000000001</c:v>
                </c:pt>
                <c:pt idx="99">
                  <c:v>9.6990000000000007E-2</c:v>
                </c:pt>
                <c:pt idx="100">
                  <c:v>4.2542999999999997E-2</c:v>
                </c:pt>
                <c:pt idx="101">
                  <c:v>0.240088</c:v>
                </c:pt>
                <c:pt idx="102">
                  <c:v>7.7920000000000003E-3</c:v>
                </c:pt>
                <c:pt idx="103">
                  <c:v>8.3409999999999995E-3</c:v>
                </c:pt>
                <c:pt idx="104">
                  <c:v>5.6230000000000004E-3</c:v>
                </c:pt>
                <c:pt idx="105">
                  <c:v>5.6080000000000001E-3</c:v>
                </c:pt>
                <c:pt idx="106">
                  <c:v>4.2757000000000003E-2</c:v>
                </c:pt>
                <c:pt idx="107">
                  <c:v>1.5034E-2</c:v>
                </c:pt>
                <c:pt idx="108">
                  <c:v>3.7803999999999997E-2</c:v>
                </c:pt>
                <c:pt idx="109">
                  <c:v>7.7099999999999998E-3</c:v>
                </c:pt>
                <c:pt idx="110">
                  <c:v>7.3980000000000001E-3</c:v>
                </c:pt>
                <c:pt idx="111">
                  <c:v>1.5412E-2</c:v>
                </c:pt>
                <c:pt idx="112">
                  <c:v>1.1294E-2</c:v>
                </c:pt>
                <c:pt idx="113">
                  <c:v>2.4993999999999999E-2</c:v>
                </c:pt>
                <c:pt idx="114">
                  <c:v>3.0599999999999999E-2</c:v>
                </c:pt>
                <c:pt idx="115">
                  <c:v>2.0593E-2</c:v>
                </c:pt>
                <c:pt idx="116">
                  <c:v>0.114495</c:v>
                </c:pt>
                <c:pt idx="117">
                  <c:v>8.7569999999999992E-3</c:v>
                </c:pt>
                <c:pt idx="118">
                  <c:v>5.5729999999999998E-3</c:v>
                </c:pt>
                <c:pt idx="119">
                  <c:v>5.3969999999999999E-3</c:v>
                </c:pt>
                <c:pt idx="120">
                  <c:v>6.4209999999999996E-3</c:v>
                </c:pt>
                <c:pt idx="121">
                  <c:v>6.3460000000000001E-3</c:v>
                </c:pt>
                <c:pt idx="122">
                  <c:v>5.4039999999999999E-3</c:v>
                </c:pt>
                <c:pt idx="123">
                  <c:v>5.2379999999999996E-3</c:v>
                </c:pt>
                <c:pt idx="124">
                  <c:v>5.1980000000000004E-3</c:v>
                </c:pt>
                <c:pt idx="125">
                  <c:v>5.1520000000000003E-3</c:v>
                </c:pt>
                <c:pt idx="126">
                  <c:v>4.0769999999999999E-3</c:v>
                </c:pt>
                <c:pt idx="127">
                  <c:v>3.3040000000000001E-3</c:v>
                </c:pt>
                <c:pt idx="128">
                  <c:v>3.8739999999999998E-3</c:v>
                </c:pt>
                <c:pt idx="129">
                  <c:v>3.3180000000000002E-3</c:v>
                </c:pt>
                <c:pt idx="130">
                  <c:v>3.3730000000000001E-3</c:v>
                </c:pt>
                <c:pt idx="131">
                  <c:v>3.3609999999999998E-3</c:v>
                </c:pt>
                <c:pt idx="132">
                  <c:v>4.0879999999999996E-3</c:v>
                </c:pt>
                <c:pt idx="133">
                  <c:v>3.588E-3</c:v>
                </c:pt>
                <c:pt idx="134">
                  <c:v>3.4610000000000001E-3</c:v>
                </c:pt>
                <c:pt idx="135">
                  <c:v>3.9430000000000003E-3</c:v>
                </c:pt>
                <c:pt idx="136">
                  <c:v>3.9579999999999997E-3</c:v>
                </c:pt>
                <c:pt idx="137">
                  <c:v>3.999E-3</c:v>
                </c:pt>
                <c:pt idx="138">
                  <c:v>3.4910000000000002E-3</c:v>
                </c:pt>
                <c:pt idx="139">
                  <c:v>3.5130000000000001E-3</c:v>
                </c:pt>
                <c:pt idx="140">
                  <c:v>3.6350000000000002E-3</c:v>
                </c:pt>
                <c:pt idx="141">
                  <c:v>3.5360000000000001E-3</c:v>
                </c:pt>
                <c:pt idx="142">
                  <c:v>3.4940000000000001E-3</c:v>
                </c:pt>
                <c:pt idx="143">
                  <c:v>3.5820000000000001E-3</c:v>
                </c:pt>
                <c:pt idx="144">
                  <c:v>3.5000000000000001E-3</c:v>
                </c:pt>
                <c:pt idx="145">
                  <c:v>3.519E-3</c:v>
                </c:pt>
                <c:pt idx="146">
                  <c:v>3.3990000000000001E-3</c:v>
                </c:pt>
                <c:pt idx="147">
                  <c:v>3.434E-3</c:v>
                </c:pt>
                <c:pt idx="148">
                  <c:v>3.4840000000000001E-3</c:v>
                </c:pt>
                <c:pt idx="149">
                  <c:v>3.4139999999999999E-3</c:v>
                </c:pt>
                <c:pt idx="150">
                  <c:v>3.5239999999999998E-3</c:v>
                </c:pt>
                <c:pt idx="151">
                  <c:v>3.509E-3</c:v>
                </c:pt>
                <c:pt idx="152">
                  <c:v>3.5330000000000001E-3</c:v>
                </c:pt>
                <c:pt idx="153">
                  <c:v>3.5330000000000001E-3</c:v>
                </c:pt>
                <c:pt idx="154">
                  <c:v>3.5279999999999999E-3</c:v>
                </c:pt>
                <c:pt idx="155">
                  <c:v>3.496E-3</c:v>
                </c:pt>
                <c:pt idx="156">
                  <c:v>3.591E-3</c:v>
                </c:pt>
                <c:pt idx="157">
                  <c:v>3.5860000000000002E-3</c:v>
                </c:pt>
                <c:pt idx="158">
                  <c:v>3.519E-3</c:v>
                </c:pt>
                <c:pt idx="159">
                  <c:v>3.5230000000000001E-3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52-4543-9D02-F2FE8AC0230A}"/>
            </c:ext>
          </c:extLst>
        </c:ser>
        <c:ser>
          <c:idx val="1"/>
          <c:order val="1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Sheet2!$B$1:$B$160</c:f>
              <c:numCache>
                <c:formatCode>General</c:formatCode>
                <c:ptCount val="160"/>
                <c:pt idx="0">
                  <c:v>2.2850000000000001E-3</c:v>
                </c:pt>
                <c:pt idx="1">
                  <c:v>2.042E-3</c:v>
                </c:pt>
                <c:pt idx="2">
                  <c:v>1.9610000000000001E-3</c:v>
                </c:pt>
                <c:pt idx="3">
                  <c:v>1.9680000000000001E-3</c:v>
                </c:pt>
                <c:pt idx="4">
                  <c:v>2.019E-3</c:v>
                </c:pt>
                <c:pt idx="5">
                  <c:v>4.1879999999999999E-3</c:v>
                </c:pt>
                <c:pt idx="6">
                  <c:v>1.9810000000000001E-3</c:v>
                </c:pt>
                <c:pt idx="7">
                  <c:v>1.851E-3</c:v>
                </c:pt>
                <c:pt idx="8">
                  <c:v>1.8469999999999999E-3</c:v>
                </c:pt>
                <c:pt idx="9">
                  <c:v>0.24331900000000001</c:v>
                </c:pt>
                <c:pt idx="10">
                  <c:v>0.32647199999999998</c:v>
                </c:pt>
                <c:pt idx="11">
                  <c:v>0.35919499999999999</c:v>
                </c:pt>
                <c:pt idx="12">
                  <c:v>0.35508400000000001</c:v>
                </c:pt>
                <c:pt idx="13">
                  <c:v>0.434699</c:v>
                </c:pt>
                <c:pt idx="14">
                  <c:v>0.49260900000000002</c:v>
                </c:pt>
                <c:pt idx="15">
                  <c:v>0.42333700000000002</c:v>
                </c:pt>
                <c:pt idx="16">
                  <c:v>0.46474900000000002</c:v>
                </c:pt>
                <c:pt idx="17">
                  <c:v>0.48189199999999999</c:v>
                </c:pt>
                <c:pt idx="18">
                  <c:v>0.42133399999999999</c:v>
                </c:pt>
                <c:pt idx="19">
                  <c:v>0.431701</c:v>
                </c:pt>
                <c:pt idx="20">
                  <c:v>0.40760200000000002</c:v>
                </c:pt>
                <c:pt idx="21">
                  <c:v>0.47665200000000002</c:v>
                </c:pt>
                <c:pt idx="22">
                  <c:v>0.47820299999999999</c:v>
                </c:pt>
                <c:pt idx="23">
                  <c:v>0.44362699999999999</c:v>
                </c:pt>
                <c:pt idx="24">
                  <c:v>0.46232099999999998</c:v>
                </c:pt>
                <c:pt idx="25">
                  <c:v>0.461428</c:v>
                </c:pt>
                <c:pt idx="26">
                  <c:v>0.41242899999999999</c:v>
                </c:pt>
                <c:pt idx="27">
                  <c:v>0.47026499999999999</c:v>
                </c:pt>
                <c:pt idx="28">
                  <c:v>0.40198699999999998</c:v>
                </c:pt>
                <c:pt idx="29">
                  <c:v>0.326326</c:v>
                </c:pt>
                <c:pt idx="30">
                  <c:v>0.388872</c:v>
                </c:pt>
                <c:pt idx="31">
                  <c:v>0.313226</c:v>
                </c:pt>
                <c:pt idx="32">
                  <c:v>0.30919099999999999</c:v>
                </c:pt>
                <c:pt idx="33">
                  <c:v>0.27466200000000002</c:v>
                </c:pt>
                <c:pt idx="34">
                  <c:v>0.27901799999999999</c:v>
                </c:pt>
                <c:pt idx="35">
                  <c:v>3.7791999999999999E-2</c:v>
                </c:pt>
                <c:pt idx="36">
                  <c:v>0.26689299999999999</c:v>
                </c:pt>
                <c:pt idx="37">
                  <c:v>0.27186500000000002</c:v>
                </c:pt>
                <c:pt idx="38">
                  <c:v>0.22986999999999999</c:v>
                </c:pt>
                <c:pt idx="39">
                  <c:v>0.18529300000000001</c:v>
                </c:pt>
                <c:pt idx="40">
                  <c:v>0.15306700000000001</c:v>
                </c:pt>
                <c:pt idx="41">
                  <c:v>0.150314</c:v>
                </c:pt>
                <c:pt idx="42">
                  <c:v>0.15873300000000001</c:v>
                </c:pt>
                <c:pt idx="43">
                  <c:v>0.19271099999999999</c:v>
                </c:pt>
                <c:pt idx="44">
                  <c:v>6.8897E-2</c:v>
                </c:pt>
                <c:pt idx="45">
                  <c:v>0.174905</c:v>
                </c:pt>
                <c:pt idx="46">
                  <c:v>0.20213400000000001</c:v>
                </c:pt>
                <c:pt idx="47">
                  <c:v>0.370037</c:v>
                </c:pt>
                <c:pt idx="48">
                  <c:v>8.4533999999999998E-2</c:v>
                </c:pt>
                <c:pt idx="49">
                  <c:v>0.262214</c:v>
                </c:pt>
                <c:pt idx="50">
                  <c:v>0.27440500000000001</c:v>
                </c:pt>
                <c:pt idx="51">
                  <c:v>0.24437200000000001</c:v>
                </c:pt>
                <c:pt idx="52">
                  <c:v>0.285524</c:v>
                </c:pt>
                <c:pt idx="53">
                  <c:v>0.33606799999999998</c:v>
                </c:pt>
                <c:pt idx="54">
                  <c:v>6.5710000000000005E-2</c:v>
                </c:pt>
                <c:pt idx="55">
                  <c:v>0.28870600000000002</c:v>
                </c:pt>
                <c:pt idx="56">
                  <c:v>0.31290600000000002</c:v>
                </c:pt>
                <c:pt idx="57">
                  <c:v>0.21748700000000001</c:v>
                </c:pt>
                <c:pt idx="58">
                  <c:v>0.27901599999999999</c:v>
                </c:pt>
                <c:pt idx="59">
                  <c:v>0.28853600000000001</c:v>
                </c:pt>
                <c:pt idx="60">
                  <c:v>1.924E-2</c:v>
                </c:pt>
                <c:pt idx="61">
                  <c:v>0.30160300000000001</c:v>
                </c:pt>
                <c:pt idx="62">
                  <c:v>7.2979000000000002E-2</c:v>
                </c:pt>
                <c:pt idx="63">
                  <c:v>7.0974999999999996E-2</c:v>
                </c:pt>
                <c:pt idx="64">
                  <c:v>0.23952399999999999</c:v>
                </c:pt>
                <c:pt idx="65">
                  <c:v>0.28939999999999999</c:v>
                </c:pt>
                <c:pt idx="66">
                  <c:v>0.25255</c:v>
                </c:pt>
                <c:pt idx="67">
                  <c:v>0.107511</c:v>
                </c:pt>
                <c:pt idx="68">
                  <c:v>0.323355</c:v>
                </c:pt>
                <c:pt idx="69">
                  <c:v>0.111802</c:v>
                </c:pt>
                <c:pt idx="70">
                  <c:v>0.25108200000000003</c:v>
                </c:pt>
                <c:pt idx="71">
                  <c:v>0.36020200000000002</c:v>
                </c:pt>
                <c:pt idx="72">
                  <c:v>1.7791999999999999E-2</c:v>
                </c:pt>
                <c:pt idx="73">
                  <c:v>2.1909999999999999E-2</c:v>
                </c:pt>
                <c:pt idx="74">
                  <c:v>0.131495</c:v>
                </c:pt>
                <c:pt idx="75">
                  <c:v>0.22772000000000001</c:v>
                </c:pt>
                <c:pt idx="76">
                  <c:v>1.5523E-2</c:v>
                </c:pt>
                <c:pt idx="77">
                  <c:v>7.1049000000000001E-2</c:v>
                </c:pt>
                <c:pt idx="78">
                  <c:v>3.2209000000000002E-2</c:v>
                </c:pt>
                <c:pt idx="79">
                  <c:v>0.19728599999999999</c:v>
                </c:pt>
                <c:pt idx="80">
                  <c:v>2.1240999999999999E-2</c:v>
                </c:pt>
                <c:pt idx="81">
                  <c:v>6.4396999999999996E-2</c:v>
                </c:pt>
                <c:pt idx="82">
                  <c:v>1.277E-2</c:v>
                </c:pt>
                <c:pt idx="83">
                  <c:v>0.11681999999999999</c:v>
                </c:pt>
                <c:pt idx="84">
                  <c:v>3.4640999999999998E-2</c:v>
                </c:pt>
                <c:pt idx="85">
                  <c:v>2.5184000000000002E-2</c:v>
                </c:pt>
                <c:pt idx="86">
                  <c:v>0.106444</c:v>
                </c:pt>
                <c:pt idx="87">
                  <c:v>1.6167999999999998E-2</c:v>
                </c:pt>
                <c:pt idx="88">
                  <c:v>3.1343999999999997E-2</c:v>
                </c:pt>
                <c:pt idx="89">
                  <c:v>1.0914999999999999E-2</c:v>
                </c:pt>
                <c:pt idx="90">
                  <c:v>0.24720600000000001</c:v>
                </c:pt>
                <c:pt idx="91">
                  <c:v>2.4032999999999999E-2</c:v>
                </c:pt>
                <c:pt idx="92">
                  <c:v>2.1950000000000001E-2</c:v>
                </c:pt>
                <c:pt idx="93">
                  <c:v>0.10071099999999999</c:v>
                </c:pt>
                <c:pt idx="94">
                  <c:v>3.5687999999999998E-2</c:v>
                </c:pt>
                <c:pt idx="95">
                  <c:v>9.6171000000000006E-2</c:v>
                </c:pt>
                <c:pt idx="96">
                  <c:v>2.0056000000000001E-2</c:v>
                </c:pt>
                <c:pt idx="97">
                  <c:v>9.7949999999999999E-3</c:v>
                </c:pt>
                <c:pt idx="98">
                  <c:v>0.14199899999999999</c:v>
                </c:pt>
                <c:pt idx="99">
                  <c:v>5.8962000000000001E-2</c:v>
                </c:pt>
                <c:pt idx="100">
                  <c:v>1.5037999999999999E-2</c:v>
                </c:pt>
                <c:pt idx="101">
                  <c:v>1.6983000000000002E-2</c:v>
                </c:pt>
                <c:pt idx="102">
                  <c:v>0.24359800000000001</c:v>
                </c:pt>
                <c:pt idx="103">
                  <c:v>2.6027999999999999E-2</c:v>
                </c:pt>
                <c:pt idx="104">
                  <c:v>6.0340000000000003E-3</c:v>
                </c:pt>
                <c:pt idx="105">
                  <c:v>2.6512000000000001E-2</c:v>
                </c:pt>
                <c:pt idx="106">
                  <c:v>4.9789E-2</c:v>
                </c:pt>
                <c:pt idx="107">
                  <c:v>3.3446999999999998E-2</c:v>
                </c:pt>
                <c:pt idx="108">
                  <c:v>8.1941E-2</c:v>
                </c:pt>
                <c:pt idx="109">
                  <c:v>1.4385999999999999E-2</c:v>
                </c:pt>
                <c:pt idx="110">
                  <c:v>2.5992999999999999E-2</c:v>
                </c:pt>
                <c:pt idx="111">
                  <c:v>6.0600000000000003E-3</c:v>
                </c:pt>
                <c:pt idx="112">
                  <c:v>2.6074E-2</c:v>
                </c:pt>
                <c:pt idx="113">
                  <c:v>4.4535999999999999E-2</c:v>
                </c:pt>
                <c:pt idx="114">
                  <c:v>3.5394000000000002E-2</c:v>
                </c:pt>
                <c:pt idx="115">
                  <c:v>7.7609999999999997E-3</c:v>
                </c:pt>
                <c:pt idx="116">
                  <c:v>7.6559999999999996E-3</c:v>
                </c:pt>
                <c:pt idx="117">
                  <c:v>5.8510000000000003E-3</c:v>
                </c:pt>
                <c:pt idx="118">
                  <c:v>7.437E-3</c:v>
                </c:pt>
                <c:pt idx="119">
                  <c:v>5.8110000000000002E-3</c:v>
                </c:pt>
                <c:pt idx="120">
                  <c:v>9.5919999999999998E-3</c:v>
                </c:pt>
                <c:pt idx="121">
                  <c:v>1.2963000000000001E-2</c:v>
                </c:pt>
                <c:pt idx="122">
                  <c:v>1.6168999999999999E-2</c:v>
                </c:pt>
                <c:pt idx="123">
                  <c:v>3.3457000000000001E-2</c:v>
                </c:pt>
                <c:pt idx="124">
                  <c:v>7.6030000000000004E-3</c:v>
                </c:pt>
                <c:pt idx="125">
                  <c:v>7.3940000000000004E-3</c:v>
                </c:pt>
                <c:pt idx="126">
                  <c:v>6.0639999999999999E-3</c:v>
                </c:pt>
                <c:pt idx="127">
                  <c:v>6.0899999999999999E-3</c:v>
                </c:pt>
                <c:pt idx="128">
                  <c:v>6.1380000000000002E-3</c:v>
                </c:pt>
                <c:pt idx="129">
                  <c:v>6.2449999999999997E-3</c:v>
                </c:pt>
                <c:pt idx="130">
                  <c:v>3.875E-3</c:v>
                </c:pt>
                <c:pt idx="131">
                  <c:v>3.852E-3</c:v>
                </c:pt>
                <c:pt idx="132">
                  <c:v>3.9129999999999998E-3</c:v>
                </c:pt>
                <c:pt idx="133">
                  <c:v>4.5319999999999996E-3</c:v>
                </c:pt>
                <c:pt idx="134">
                  <c:v>4.1009999999999996E-3</c:v>
                </c:pt>
                <c:pt idx="135">
                  <c:v>3.9750000000000002E-3</c:v>
                </c:pt>
                <c:pt idx="136">
                  <c:v>3.5690000000000001E-3</c:v>
                </c:pt>
                <c:pt idx="137">
                  <c:v>3.5430000000000001E-3</c:v>
                </c:pt>
                <c:pt idx="138">
                  <c:v>3.5660000000000002E-3</c:v>
                </c:pt>
                <c:pt idx="139">
                  <c:v>3.6749999999999999E-3</c:v>
                </c:pt>
                <c:pt idx="140">
                  <c:v>3.8349999999999999E-3</c:v>
                </c:pt>
                <c:pt idx="141">
                  <c:v>3.565E-3</c:v>
                </c:pt>
                <c:pt idx="142">
                  <c:v>3.4780000000000002E-3</c:v>
                </c:pt>
                <c:pt idx="143">
                  <c:v>3.5479999999999999E-3</c:v>
                </c:pt>
                <c:pt idx="144">
                  <c:v>3.9659999999999999E-3</c:v>
                </c:pt>
                <c:pt idx="145">
                  <c:v>4.1229999999999999E-3</c:v>
                </c:pt>
                <c:pt idx="146">
                  <c:v>4.0689999999999997E-3</c:v>
                </c:pt>
                <c:pt idx="147">
                  <c:v>3.9719999999999998E-3</c:v>
                </c:pt>
                <c:pt idx="148">
                  <c:v>3.9899999999999996E-3</c:v>
                </c:pt>
                <c:pt idx="149">
                  <c:v>4.2170000000000003E-3</c:v>
                </c:pt>
                <c:pt idx="150">
                  <c:v>4.0270000000000002E-3</c:v>
                </c:pt>
                <c:pt idx="151">
                  <c:v>4.0119999999999999E-3</c:v>
                </c:pt>
                <c:pt idx="152">
                  <c:v>4.0660000000000002E-3</c:v>
                </c:pt>
                <c:pt idx="153">
                  <c:v>4.0379999999999999E-3</c:v>
                </c:pt>
                <c:pt idx="154">
                  <c:v>3.9659999999999999E-3</c:v>
                </c:pt>
                <c:pt idx="155">
                  <c:v>4.0029999999999996E-3</c:v>
                </c:pt>
                <c:pt idx="156">
                  <c:v>4.0210000000000003E-3</c:v>
                </c:pt>
                <c:pt idx="157">
                  <c:v>4.1339999999999997E-3</c:v>
                </c:pt>
                <c:pt idx="158">
                  <c:v>4.0889999999999998E-3</c:v>
                </c:pt>
                <c:pt idx="159">
                  <c:v>3.8440000000000002E-3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52-4543-9D02-F2FE8AC023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51973824"/>
        <c:axId val="651974152"/>
        <c:extLst/>
      </c:lineChart>
      <c:catAx>
        <c:axId val="651973824"/>
        <c:scaling>
          <c:orientation val="minMax"/>
        </c:scaling>
        <c:delete val="0"/>
        <c:axPos val="b"/>
        <c:majorTickMark val="in"/>
        <c:minorTickMark val="none"/>
        <c:tickLblPos val="none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4152"/>
        <c:crossesAt val="0"/>
        <c:auto val="1"/>
        <c:lblAlgn val="ctr"/>
        <c:lblOffset val="100"/>
        <c:tickMarkSkip val="40"/>
        <c:noMultiLvlLbl val="0"/>
      </c:catAx>
      <c:valAx>
        <c:axId val="651974152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25400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51973824"/>
        <c:crosses val="autoZero"/>
        <c:crossBetween val="between"/>
        <c:majorUnit val="0.30000000000000004"/>
      </c:valAx>
    </c:plotArea>
    <c:legend>
      <c:legendPos val="b"/>
      <c:layout>
        <c:manualLayout>
          <c:xMode val="edge"/>
          <c:yMode val="edge"/>
          <c:x val="0.62653255064935676"/>
          <c:y val="3.6043199518093032E-2"/>
          <c:w val="0.16035873522818389"/>
          <c:h val="0.445066238758069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/>
      </a:pPr>
      <a:endParaRPr lang="zh-CN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2"/>
          <c:order val="0"/>
          <c:tx>
            <c:v>penalty-1e9</c:v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yVal>
            <c:numRef>
              <c:f>Sheet1!$V$2:$V$50</c:f>
              <c:numCache>
                <c:formatCode>0.00E+00</c:formatCode>
                <c:ptCount val="49"/>
                <c:pt idx="0">
                  <c:v>-0.47130699999999998</c:v>
                </c:pt>
                <c:pt idx="1">
                  <c:v>-0.47142060000000002</c:v>
                </c:pt>
                <c:pt idx="2">
                  <c:v>-0.47167589999999998</c:v>
                </c:pt>
                <c:pt idx="3">
                  <c:v>-0.47494730000000002</c:v>
                </c:pt>
                <c:pt idx="4">
                  <c:v>-0.47500829999999999</c:v>
                </c:pt>
                <c:pt idx="5">
                  <c:v>-0.47519359999999999</c:v>
                </c:pt>
                <c:pt idx="6">
                  <c:v>-0.47611759999999997</c:v>
                </c:pt>
                <c:pt idx="7">
                  <c:v>-0.47647529999999999</c:v>
                </c:pt>
                <c:pt idx="8">
                  <c:v>-0.48008190000000001</c:v>
                </c:pt>
                <c:pt idx="9">
                  <c:v>-0.48027449999999999</c:v>
                </c:pt>
                <c:pt idx="10">
                  <c:v>-0.48049829999999999</c:v>
                </c:pt>
                <c:pt idx="11">
                  <c:v>-0.48089520000000002</c:v>
                </c:pt>
                <c:pt idx="12">
                  <c:v>-0.48306480000000002</c:v>
                </c:pt>
                <c:pt idx="13">
                  <c:v>-0.48337999999999998</c:v>
                </c:pt>
                <c:pt idx="14">
                  <c:v>-0.48431669999999999</c:v>
                </c:pt>
                <c:pt idx="15">
                  <c:v>-0.48467270000000001</c:v>
                </c:pt>
                <c:pt idx="16">
                  <c:v>-0.48732730000000002</c:v>
                </c:pt>
                <c:pt idx="17">
                  <c:v>-0.49258400000000002</c:v>
                </c:pt>
                <c:pt idx="18">
                  <c:v>-0.49266500000000002</c:v>
                </c:pt>
                <c:pt idx="19">
                  <c:v>-0.4930291</c:v>
                </c:pt>
                <c:pt idx="20">
                  <c:v>-0.49304189999999998</c:v>
                </c:pt>
                <c:pt idx="21">
                  <c:v>-0.49833270000000002</c:v>
                </c:pt>
                <c:pt idx="22">
                  <c:v>-0.49856850000000003</c:v>
                </c:pt>
                <c:pt idx="23">
                  <c:v>-0.49888009999999999</c:v>
                </c:pt>
                <c:pt idx="24">
                  <c:v>-0.5028589</c:v>
                </c:pt>
                <c:pt idx="25">
                  <c:v>-0.50297820000000004</c:v>
                </c:pt>
                <c:pt idx="26">
                  <c:v>-0.50330920000000001</c:v>
                </c:pt>
                <c:pt idx="27">
                  <c:v>-0.50534990000000002</c:v>
                </c:pt>
                <c:pt idx="28">
                  <c:v>-0.50538349999999999</c:v>
                </c:pt>
                <c:pt idx="29">
                  <c:v>-0.50614619999999999</c:v>
                </c:pt>
                <c:pt idx="30">
                  <c:v>-0.50641599999999998</c:v>
                </c:pt>
                <c:pt idx="31">
                  <c:v>-0.50826260000000001</c:v>
                </c:pt>
                <c:pt idx="32">
                  <c:v>-0.50830569999999997</c:v>
                </c:pt>
                <c:pt idx="33">
                  <c:v>-0.50945720000000005</c:v>
                </c:pt>
                <c:pt idx="34">
                  <c:v>-0.50971869999999997</c:v>
                </c:pt>
                <c:pt idx="35">
                  <c:v>-0.51132359999999999</c:v>
                </c:pt>
                <c:pt idx="36">
                  <c:v>-0.51137310000000002</c:v>
                </c:pt>
                <c:pt idx="37">
                  <c:v>-0.51250300000000004</c:v>
                </c:pt>
                <c:pt idx="38">
                  <c:v>-0.51250620000000002</c:v>
                </c:pt>
                <c:pt idx="39">
                  <c:v>-0.51482019999999995</c:v>
                </c:pt>
                <c:pt idx="40">
                  <c:v>-0.51488909999999999</c:v>
                </c:pt>
                <c:pt idx="41">
                  <c:v>-0.51556900000000006</c:v>
                </c:pt>
                <c:pt idx="42">
                  <c:v>-0.51695190000000002</c:v>
                </c:pt>
                <c:pt idx="43">
                  <c:v>-0.51706569999999996</c:v>
                </c:pt>
                <c:pt idx="44">
                  <c:v>-0.51916269999999998</c:v>
                </c:pt>
                <c:pt idx="45">
                  <c:v>-0.51925529999999998</c:v>
                </c:pt>
                <c:pt idx="46">
                  <c:v>-0.52095440000000004</c:v>
                </c:pt>
                <c:pt idx="47">
                  <c:v>-0.52100080000000004</c:v>
                </c:pt>
                <c:pt idx="48">
                  <c:v>-0.52181840000000002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12F-4202-B80E-43680C9ED758}"/>
            </c:ext>
          </c:extLst>
        </c:ser>
        <c:ser>
          <c:idx val="3"/>
          <c:order val="1"/>
          <c:tx>
            <c:v>penalty-1e2</c:v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yVal>
            <c:numRef>
              <c:f>Sheet1!$AH$2:$AH$50</c:f>
              <c:numCache>
                <c:formatCode>0.00E+00</c:formatCode>
                <c:ptCount val="49"/>
                <c:pt idx="0">
                  <c:v>-0.47130699999999998</c:v>
                </c:pt>
                <c:pt idx="1">
                  <c:v>-0.54504940000000002</c:v>
                </c:pt>
                <c:pt idx="2">
                  <c:v>-0.54897229999999997</c:v>
                </c:pt>
                <c:pt idx="3">
                  <c:v>-0.54901339999999998</c:v>
                </c:pt>
                <c:pt idx="4">
                  <c:v>-0.5490313</c:v>
                </c:pt>
                <c:pt idx="5">
                  <c:v>-0.54903939999999996</c:v>
                </c:pt>
                <c:pt idx="6">
                  <c:v>-0.54904319999999995</c:v>
                </c:pt>
                <c:pt idx="7">
                  <c:v>-0.54904500000000001</c:v>
                </c:pt>
                <c:pt idx="8">
                  <c:v>-0.54904580000000003</c:v>
                </c:pt>
                <c:pt idx="9">
                  <c:v>-0.54904620000000004</c:v>
                </c:pt>
                <c:pt idx="10">
                  <c:v>-0.54904640000000005</c:v>
                </c:pt>
                <c:pt idx="11">
                  <c:v>-0.54904649999999999</c:v>
                </c:pt>
                <c:pt idx="12">
                  <c:v>-0.54904660000000005</c:v>
                </c:pt>
                <c:pt idx="13">
                  <c:v>-0.54904660000000005</c:v>
                </c:pt>
                <c:pt idx="14">
                  <c:v>-0.54904660000000005</c:v>
                </c:pt>
                <c:pt idx="15">
                  <c:v>-0.54904660000000005</c:v>
                </c:pt>
                <c:pt idx="16">
                  <c:v>-0.54904660000000005</c:v>
                </c:pt>
                <c:pt idx="17">
                  <c:v>-0.54904660000000005</c:v>
                </c:pt>
                <c:pt idx="18">
                  <c:v>-0.54904660000000005</c:v>
                </c:pt>
                <c:pt idx="19">
                  <c:v>-0.54904660000000005</c:v>
                </c:pt>
                <c:pt idx="20">
                  <c:v>-0.54904660000000005</c:v>
                </c:pt>
                <c:pt idx="21">
                  <c:v>-0.54904660000000005</c:v>
                </c:pt>
                <c:pt idx="22">
                  <c:v>-0.54904660000000005</c:v>
                </c:pt>
                <c:pt idx="23">
                  <c:v>-0.54904660000000005</c:v>
                </c:pt>
                <c:pt idx="24">
                  <c:v>-0.54904660000000005</c:v>
                </c:pt>
                <c:pt idx="25">
                  <c:v>-0.54904660000000005</c:v>
                </c:pt>
                <c:pt idx="26">
                  <c:v>-0.54904660000000005</c:v>
                </c:pt>
                <c:pt idx="27">
                  <c:v>-0.54904660000000005</c:v>
                </c:pt>
                <c:pt idx="28">
                  <c:v>-0.54904660000000005</c:v>
                </c:pt>
                <c:pt idx="29">
                  <c:v>-0.54904660000000005</c:v>
                </c:pt>
                <c:pt idx="30">
                  <c:v>-0.54904660000000005</c:v>
                </c:pt>
                <c:pt idx="31">
                  <c:v>-0.54904660000000005</c:v>
                </c:pt>
                <c:pt idx="32">
                  <c:v>-0.54904660000000005</c:v>
                </c:pt>
                <c:pt idx="33">
                  <c:v>-0.54904660000000005</c:v>
                </c:pt>
                <c:pt idx="34">
                  <c:v>-0.54904660000000005</c:v>
                </c:pt>
                <c:pt idx="35">
                  <c:v>-0.54904660000000005</c:v>
                </c:pt>
                <c:pt idx="36">
                  <c:v>-0.54904660000000005</c:v>
                </c:pt>
                <c:pt idx="37">
                  <c:v>-0.54904660000000005</c:v>
                </c:pt>
                <c:pt idx="38">
                  <c:v>-0.54904660000000005</c:v>
                </c:pt>
                <c:pt idx="39">
                  <c:v>-0.54904660000000005</c:v>
                </c:pt>
                <c:pt idx="40">
                  <c:v>-0.54904660000000005</c:v>
                </c:pt>
                <c:pt idx="41">
                  <c:v>-0.54904660000000005</c:v>
                </c:pt>
                <c:pt idx="42">
                  <c:v>-0.54904660000000005</c:v>
                </c:pt>
                <c:pt idx="43">
                  <c:v>-0.54904660000000005</c:v>
                </c:pt>
                <c:pt idx="44">
                  <c:v>-0.54904660000000005</c:v>
                </c:pt>
                <c:pt idx="45">
                  <c:v>-0.54904660000000005</c:v>
                </c:pt>
                <c:pt idx="46">
                  <c:v>-0.54904660000000005</c:v>
                </c:pt>
                <c:pt idx="47">
                  <c:v>-0.54904660000000005</c:v>
                </c:pt>
                <c:pt idx="48">
                  <c:v>-0.54904660000000005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12F-4202-B80E-43680C9ED758}"/>
            </c:ext>
          </c:extLst>
        </c:ser>
        <c:ser>
          <c:idx val="0"/>
          <c:order val="2"/>
          <c:tx>
            <c:v>ours</c:v>
          </c:tx>
          <c:marker>
            <c:symbol val="none"/>
          </c:marker>
          <c:yVal>
            <c:numRef>
              <c:f>Sheet1!$J$2:$J$9</c:f>
              <c:numCache>
                <c:formatCode>0.0000000E+00</c:formatCode>
                <c:ptCount val="8"/>
                <c:pt idx="0">
                  <c:v>-0.47123999999999999</c:v>
                </c:pt>
                <c:pt idx="1">
                  <c:v>-0.53728609999999999</c:v>
                </c:pt>
                <c:pt idx="2">
                  <c:v>-0.53928790000000004</c:v>
                </c:pt>
                <c:pt idx="3">
                  <c:v>-0.5392979</c:v>
                </c:pt>
                <c:pt idx="4">
                  <c:v>-0.53929800000000006</c:v>
                </c:pt>
                <c:pt idx="5">
                  <c:v>-0.53929800000000006</c:v>
                </c:pt>
                <c:pt idx="6">
                  <c:v>-0.53929800000000006</c:v>
                </c:pt>
                <c:pt idx="7">
                  <c:v>-0.53929800000000006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12F-4202-B80E-43680C9ED7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6154944"/>
        <c:axId val="412749067"/>
      </c:scatterChart>
      <c:valAx>
        <c:axId val="976154944"/>
        <c:scaling>
          <c:orientation val="minMax"/>
          <c:max val="51"/>
          <c:min val="1"/>
        </c:scaling>
        <c:delete val="0"/>
        <c:axPos val="b"/>
        <c:majorTickMark val="in"/>
        <c:minorTickMark val="none"/>
        <c:tickLblPos val="none"/>
        <c:spPr>
          <a:ln w="25400">
            <a:solidFill>
              <a:schemeClr val="tx1"/>
            </a:solidFill>
          </a:ln>
        </c:spPr>
        <c:crossAx val="412749067"/>
        <c:crossesAt val="-0.56000000000000005"/>
        <c:crossBetween val="midCat"/>
        <c:majorUnit val="10"/>
      </c:valAx>
      <c:valAx>
        <c:axId val="412749067"/>
        <c:scaling>
          <c:orientation val="minMax"/>
          <c:min val="-0.56000000000000005"/>
        </c:scaling>
        <c:delete val="0"/>
        <c:axPos val="l"/>
        <c:numFmt formatCode="0.00E+00" sourceLinked="0"/>
        <c:majorTickMark val="in"/>
        <c:minorTickMark val="none"/>
        <c:tickLblPos val="none"/>
        <c:spPr>
          <a:ln w="25400">
            <a:solidFill>
              <a:schemeClr val="tx1"/>
            </a:solidFill>
          </a:ln>
        </c:spPr>
        <c:crossAx val="976154944"/>
        <c:crossesAt val="0"/>
        <c:crossBetween val="midCat"/>
        <c:majorUnit val="2.5000000000000005E-2"/>
      </c:valAx>
      <c:spPr>
        <a:noFill/>
        <a:ln w="25400">
          <a:noFill/>
        </a:ln>
      </c:spPr>
    </c:plotArea>
    <c:legend>
      <c:legendPos val="t"/>
      <c:layout>
        <c:manualLayout>
          <c:xMode val="edge"/>
          <c:yMode val="edge"/>
          <c:x val="0.24768081926810606"/>
          <c:y val="5.1383568753780084E-2"/>
          <c:w val="0.50812730110332438"/>
          <c:h val="0.57226685654723342"/>
        </c:manualLayout>
      </c:layout>
      <c:overlay val="1"/>
    </c:legend>
    <c:plotVisOnly val="1"/>
    <c:dispBlanksAs val="gap"/>
    <c:showDLblsOverMax val="0"/>
  </c:chart>
  <c:spPr>
    <a:ln w="25400">
      <a:noFill/>
    </a:ln>
  </c:spPr>
  <c:txPr>
    <a:bodyPr/>
    <a:lstStyle/>
    <a:p>
      <a:pPr>
        <a:defRPr lang="en-US"/>
      </a:pPr>
      <a:endParaRPr lang="zh-CN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36876016866902"/>
          <c:y val="0.14694842721917595"/>
          <c:w val="0.41266095462609514"/>
          <c:h val="0.67006405309350425"/>
        </c:manualLayout>
      </c:layout>
      <c:scatterChart>
        <c:scatterStyle val="smoothMarker"/>
        <c:varyColors val="0"/>
        <c:ser>
          <c:idx val="3"/>
          <c:order val="0"/>
          <c:tx>
            <c:v>penalty-1e9</c:v>
          </c:tx>
          <c:spPr>
            <a:ln>
              <a:solidFill>
                <a:schemeClr val="accent4"/>
              </a:solidFill>
            </a:ln>
          </c:spPr>
          <c:marker>
            <c:symbol val="none"/>
          </c:marker>
          <c:xVal>
            <c:numRef>
              <c:f>Sheet1!$AD$2:$AD$50</c:f>
              <c:numCache>
                <c:formatCode>General</c:formatCode>
                <c:ptCount val="49"/>
                <c:pt idx="0">
                  <c:v>0</c:v>
                </c:pt>
                <c:pt idx="1">
                  <c:v>3.2000000000000001E-2</c:v>
                </c:pt>
                <c:pt idx="2">
                  <c:v>0.04</c:v>
                </c:pt>
                <c:pt idx="3">
                  <c:v>4.8000000000000001E-2</c:v>
                </c:pt>
                <c:pt idx="4">
                  <c:v>5.5E-2</c:v>
                </c:pt>
                <c:pt idx="5">
                  <c:v>6.2E-2</c:v>
                </c:pt>
                <c:pt idx="6">
                  <c:v>6.8000000000000005E-2</c:v>
                </c:pt>
                <c:pt idx="7">
                  <c:v>7.6999999999999999E-2</c:v>
                </c:pt>
                <c:pt idx="8">
                  <c:v>8.3000000000000004E-2</c:v>
                </c:pt>
                <c:pt idx="9">
                  <c:v>9.0999999999999998E-2</c:v>
                </c:pt>
                <c:pt idx="10">
                  <c:v>9.8000000000000004E-2</c:v>
                </c:pt>
                <c:pt idx="11">
                  <c:v>0.10600000000000001</c:v>
                </c:pt>
                <c:pt idx="12">
                  <c:v>0.11300000000000002</c:v>
                </c:pt>
                <c:pt idx="13">
                  <c:v>0.12100000000000002</c:v>
                </c:pt>
                <c:pt idx="14">
                  <c:v>0.12800000000000003</c:v>
                </c:pt>
                <c:pt idx="15">
                  <c:v>0.13600000000000004</c:v>
                </c:pt>
                <c:pt idx="16">
                  <c:v>0.14400000000000004</c:v>
                </c:pt>
                <c:pt idx="17">
                  <c:v>0.15000000000000005</c:v>
                </c:pt>
                <c:pt idx="18">
                  <c:v>0.15900000000000006</c:v>
                </c:pt>
                <c:pt idx="19">
                  <c:v>0.16500000000000006</c:v>
                </c:pt>
                <c:pt idx="20">
                  <c:v>0.17200000000000007</c:v>
                </c:pt>
                <c:pt idx="21">
                  <c:v>0.17900000000000008</c:v>
                </c:pt>
                <c:pt idx="22">
                  <c:v>0.18700000000000008</c:v>
                </c:pt>
                <c:pt idx="23">
                  <c:v>0.19300000000000009</c:v>
                </c:pt>
                <c:pt idx="24">
                  <c:v>0.20000000000000009</c:v>
                </c:pt>
                <c:pt idx="25">
                  <c:v>0.2080000000000001</c:v>
                </c:pt>
                <c:pt idx="26">
                  <c:v>0.21500000000000011</c:v>
                </c:pt>
                <c:pt idx="27">
                  <c:v>0.22100000000000011</c:v>
                </c:pt>
                <c:pt idx="28">
                  <c:v>0.22900000000000012</c:v>
                </c:pt>
                <c:pt idx="29">
                  <c:v>0.23500000000000013</c:v>
                </c:pt>
                <c:pt idx="30">
                  <c:v>0.24200000000000013</c:v>
                </c:pt>
                <c:pt idx="31">
                  <c:v>0.24800000000000014</c:v>
                </c:pt>
                <c:pt idx="32">
                  <c:v>0.25500000000000012</c:v>
                </c:pt>
                <c:pt idx="33">
                  <c:v>0.26100000000000012</c:v>
                </c:pt>
                <c:pt idx="34">
                  <c:v>0.26800000000000013</c:v>
                </c:pt>
                <c:pt idx="35">
                  <c:v>0.27400000000000013</c:v>
                </c:pt>
                <c:pt idx="36">
                  <c:v>0.29300000000000015</c:v>
                </c:pt>
                <c:pt idx="37">
                  <c:v>0.30100000000000016</c:v>
                </c:pt>
                <c:pt idx="38">
                  <c:v>0.30900000000000016</c:v>
                </c:pt>
                <c:pt idx="39">
                  <c:v>0.31600000000000017</c:v>
                </c:pt>
                <c:pt idx="40">
                  <c:v>0.32500000000000018</c:v>
                </c:pt>
                <c:pt idx="41">
                  <c:v>0.33300000000000018</c:v>
                </c:pt>
                <c:pt idx="42">
                  <c:v>0.34300000000000019</c:v>
                </c:pt>
                <c:pt idx="43">
                  <c:v>0.3510000000000002</c:v>
                </c:pt>
                <c:pt idx="44">
                  <c:v>0.35800000000000021</c:v>
                </c:pt>
                <c:pt idx="45">
                  <c:v>0.36700000000000021</c:v>
                </c:pt>
                <c:pt idx="46">
                  <c:v>0.37800000000000022</c:v>
                </c:pt>
                <c:pt idx="47">
                  <c:v>0.38800000000000023</c:v>
                </c:pt>
                <c:pt idx="48">
                  <c:v>0.39600000000000024</c:v>
                </c:pt>
              </c:numCache>
            </c:numRef>
          </c:xVal>
          <c:yVal>
            <c:numRef>
              <c:f>Sheet1!$V$2:$V$50</c:f>
              <c:numCache>
                <c:formatCode>0.00E+00</c:formatCode>
                <c:ptCount val="49"/>
                <c:pt idx="0">
                  <c:v>-0.47130699999999998</c:v>
                </c:pt>
                <c:pt idx="1">
                  <c:v>-0.47142060000000002</c:v>
                </c:pt>
                <c:pt idx="2">
                  <c:v>-0.47167589999999998</c:v>
                </c:pt>
                <c:pt idx="3">
                  <c:v>-0.47494730000000002</c:v>
                </c:pt>
                <c:pt idx="4">
                  <c:v>-0.47500829999999999</c:v>
                </c:pt>
                <c:pt idx="5">
                  <c:v>-0.47519359999999999</c:v>
                </c:pt>
                <c:pt idx="6">
                  <c:v>-0.47611759999999997</c:v>
                </c:pt>
                <c:pt idx="7">
                  <c:v>-0.47647529999999999</c:v>
                </c:pt>
                <c:pt idx="8">
                  <c:v>-0.48008190000000001</c:v>
                </c:pt>
                <c:pt idx="9">
                  <c:v>-0.48027449999999999</c:v>
                </c:pt>
                <c:pt idx="10">
                  <c:v>-0.48049829999999999</c:v>
                </c:pt>
                <c:pt idx="11">
                  <c:v>-0.48089520000000002</c:v>
                </c:pt>
                <c:pt idx="12">
                  <c:v>-0.48306480000000002</c:v>
                </c:pt>
                <c:pt idx="13">
                  <c:v>-0.48337999999999998</c:v>
                </c:pt>
                <c:pt idx="14">
                  <c:v>-0.48431669999999999</c:v>
                </c:pt>
                <c:pt idx="15">
                  <c:v>-0.48467270000000001</c:v>
                </c:pt>
                <c:pt idx="16">
                  <c:v>-0.48732730000000002</c:v>
                </c:pt>
                <c:pt idx="17">
                  <c:v>-0.49258400000000002</c:v>
                </c:pt>
                <c:pt idx="18">
                  <c:v>-0.49266500000000002</c:v>
                </c:pt>
                <c:pt idx="19">
                  <c:v>-0.4930291</c:v>
                </c:pt>
                <c:pt idx="20">
                  <c:v>-0.49304189999999998</c:v>
                </c:pt>
                <c:pt idx="21">
                  <c:v>-0.49833270000000002</c:v>
                </c:pt>
                <c:pt idx="22">
                  <c:v>-0.49856850000000003</c:v>
                </c:pt>
                <c:pt idx="23">
                  <c:v>-0.49888009999999999</c:v>
                </c:pt>
                <c:pt idx="24">
                  <c:v>-0.5028589</c:v>
                </c:pt>
                <c:pt idx="25">
                  <c:v>-0.50297820000000004</c:v>
                </c:pt>
                <c:pt idx="26">
                  <c:v>-0.50330920000000001</c:v>
                </c:pt>
                <c:pt idx="27">
                  <c:v>-0.50534990000000002</c:v>
                </c:pt>
                <c:pt idx="28">
                  <c:v>-0.50538349999999999</c:v>
                </c:pt>
                <c:pt idx="29">
                  <c:v>-0.50614619999999999</c:v>
                </c:pt>
                <c:pt idx="30">
                  <c:v>-0.50641599999999998</c:v>
                </c:pt>
                <c:pt idx="31">
                  <c:v>-0.50826260000000001</c:v>
                </c:pt>
                <c:pt idx="32">
                  <c:v>-0.50830569999999997</c:v>
                </c:pt>
                <c:pt idx="33">
                  <c:v>-0.50945720000000005</c:v>
                </c:pt>
                <c:pt idx="34">
                  <c:v>-0.50971869999999997</c:v>
                </c:pt>
                <c:pt idx="35">
                  <c:v>-0.51132359999999999</c:v>
                </c:pt>
                <c:pt idx="36">
                  <c:v>-0.51137310000000002</c:v>
                </c:pt>
                <c:pt idx="37">
                  <c:v>-0.51250300000000004</c:v>
                </c:pt>
                <c:pt idx="38">
                  <c:v>-0.51250620000000002</c:v>
                </c:pt>
                <c:pt idx="39">
                  <c:v>-0.51482019999999995</c:v>
                </c:pt>
                <c:pt idx="40">
                  <c:v>-0.51488909999999999</c:v>
                </c:pt>
                <c:pt idx="41">
                  <c:v>-0.51556900000000006</c:v>
                </c:pt>
                <c:pt idx="42">
                  <c:v>-0.51695190000000002</c:v>
                </c:pt>
                <c:pt idx="43">
                  <c:v>-0.51706569999999996</c:v>
                </c:pt>
                <c:pt idx="44">
                  <c:v>-0.51916269999999998</c:v>
                </c:pt>
                <c:pt idx="45">
                  <c:v>-0.51925529999999998</c:v>
                </c:pt>
                <c:pt idx="46">
                  <c:v>-0.52095440000000004</c:v>
                </c:pt>
                <c:pt idx="47">
                  <c:v>-0.52100080000000004</c:v>
                </c:pt>
                <c:pt idx="48">
                  <c:v>-0.52181840000000002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BE6-49AF-8C34-2221865B6AA0}"/>
            </c:ext>
          </c:extLst>
        </c:ser>
        <c:ser>
          <c:idx val="0"/>
          <c:order val="1"/>
          <c:tx>
            <c:v>penalty-1e2</c:v>
          </c:tx>
          <c:spPr>
            <a:ln>
              <a:solidFill>
                <a:schemeClr val="accent2"/>
              </a:solidFill>
            </a:ln>
          </c:spPr>
          <c:marker>
            <c:symbol val="none"/>
          </c:marker>
          <c:xVal>
            <c:numRef>
              <c:f>Sheet1!$AK$2:$AK$50</c:f>
              <c:numCache>
                <c:formatCode>General</c:formatCode>
                <c:ptCount val="49"/>
                <c:pt idx="0">
                  <c:v>0</c:v>
                </c:pt>
                <c:pt idx="1">
                  <c:v>1.2E-2</c:v>
                </c:pt>
                <c:pt idx="2">
                  <c:v>3.3000000000000002E-2</c:v>
                </c:pt>
                <c:pt idx="3">
                  <c:v>3.9E-2</c:v>
                </c:pt>
                <c:pt idx="4">
                  <c:v>4.5999999999999999E-2</c:v>
                </c:pt>
                <c:pt idx="5">
                  <c:v>5.2999999999999999E-2</c:v>
                </c:pt>
                <c:pt idx="6">
                  <c:v>7.2999999999999995E-2</c:v>
                </c:pt>
                <c:pt idx="7">
                  <c:v>8.299999999999999E-2</c:v>
                </c:pt>
                <c:pt idx="8">
                  <c:v>0.09</c:v>
                </c:pt>
                <c:pt idx="9">
                  <c:v>9.7000000000000003E-2</c:v>
                </c:pt>
                <c:pt idx="10">
                  <c:v>0.10300000000000001</c:v>
                </c:pt>
                <c:pt idx="11">
                  <c:v>0.10900000000000001</c:v>
                </c:pt>
                <c:pt idx="12">
                  <c:v>0.11600000000000002</c:v>
                </c:pt>
                <c:pt idx="13">
                  <c:v>0.12300000000000003</c:v>
                </c:pt>
                <c:pt idx="14">
                  <c:v>0.13900000000000001</c:v>
                </c:pt>
                <c:pt idx="15">
                  <c:v>0.14700000000000002</c:v>
                </c:pt>
                <c:pt idx="16">
                  <c:v>0.15400000000000003</c:v>
                </c:pt>
                <c:pt idx="17">
                  <c:v>0.16100000000000003</c:v>
                </c:pt>
                <c:pt idx="18">
                  <c:v>0.16900000000000004</c:v>
                </c:pt>
                <c:pt idx="19">
                  <c:v>0.18000000000000005</c:v>
                </c:pt>
                <c:pt idx="20">
                  <c:v>0.18700000000000006</c:v>
                </c:pt>
                <c:pt idx="21">
                  <c:v>0.19400000000000006</c:v>
                </c:pt>
                <c:pt idx="22">
                  <c:v>0.20200000000000007</c:v>
                </c:pt>
                <c:pt idx="23">
                  <c:v>0.20900000000000007</c:v>
                </c:pt>
                <c:pt idx="24">
                  <c:v>0.22300000000000009</c:v>
                </c:pt>
                <c:pt idx="25">
                  <c:v>0.22900000000000009</c:v>
                </c:pt>
                <c:pt idx="26">
                  <c:v>0.2350000000000001</c:v>
                </c:pt>
                <c:pt idx="27">
                  <c:v>0.2410000000000001</c:v>
                </c:pt>
                <c:pt idx="28">
                  <c:v>0.24700000000000011</c:v>
                </c:pt>
                <c:pt idx="29">
                  <c:v>0.25300000000000011</c:v>
                </c:pt>
                <c:pt idx="30">
                  <c:v>0.25900000000000012</c:v>
                </c:pt>
                <c:pt idx="31">
                  <c:v>0.26600000000000013</c:v>
                </c:pt>
                <c:pt idx="32">
                  <c:v>0.27300000000000013</c:v>
                </c:pt>
                <c:pt idx="33">
                  <c:v>0.28000000000000014</c:v>
                </c:pt>
                <c:pt idx="34">
                  <c:v>0.28700000000000014</c:v>
                </c:pt>
                <c:pt idx="35">
                  <c:v>0.29300000000000015</c:v>
                </c:pt>
                <c:pt idx="36">
                  <c:v>0.29900000000000015</c:v>
                </c:pt>
                <c:pt idx="37">
                  <c:v>0.30500000000000016</c:v>
                </c:pt>
                <c:pt idx="38">
                  <c:v>0.31300000000000017</c:v>
                </c:pt>
                <c:pt idx="39">
                  <c:v>0.32000000000000017</c:v>
                </c:pt>
                <c:pt idx="40">
                  <c:v>0.32800000000000018</c:v>
                </c:pt>
                <c:pt idx="41">
                  <c:v>0.33800000000000019</c:v>
                </c:pt>
                <c:pt idx="42">
                  <c:v>0.34400000000000019</c:v>
                </c:pt>
                <c:pt idx="43">
                  <c:v>0.3540000000000002</c:v>
                </c:pt>
                <c:pt idx="44">
                  <c:v>0.36200000000000021</c:v>
                </c:pt>
                <c:pt idx="45">
                  <c:v>0.37100000000000022</c:v>
                </c:pt>
                <c:pt idx="46">
                  <c:v>0.39000000000000024</c:v>
                </c:pt>
                <c:pt idx="47">
                  <c:v>0.40400000000000025</c:v>
                </c:pt>
                <c:pt idx="48">
                  <c:v>0.41900000000000026</c:v>
                </c:pt>
              </c:numCache>
            </c:numRef>
          </c:xVal>
          <c:yVal>
            <c:numRef>
              <c:f>Sheet1!$AH$2:$AH$50</c:f>
              <c:numCache>
                <c:formatCode>0.00E+00</c:formatCode>
                <c:ptCount val="49"/>
                <c:pt idx="0">
                  <c:v>-0.47130699999999998</c:v>
                </c:pt>
                <c:pt idx="1">
                  <c:v>-0.54504940000000002</c:v>
                </c:pt>
                <c:pt idx="2">
                  <c:v>-0.54897229999999997</c:v>
                </c:pt>
                <c:pt idx="3">
                  <c:v>-0.54901339999999998</c:v>
                </c:pt>
                <c:pt idx="4">
                  <c:v>-0.5490313</c:v>
                </c:pt>
                <c:pt idx="5">
                  <c:v>-0.54903939999999996</c:v>
                </c:pt>
                <c:pt idx="6">
                  <c:v>-0.54904319999999995</c:v>
                </c:pt>
                <c:pt idx="7">
                  <c:v>-0.54904500000000001</c:v>
                </c:pt>
                <c:pt idx="8">
                  <c:v>-0.54904580000000003</c:v>
                </c:pt>
                <c:pt idx="9">
                  <c:v>-0.54904620000000004</c:v>
                </c:pt>
                <c:pt idx="10">
                  <c:v>-0.54904640000000005</c:v>
                </c:pt>
                <c:pt idx="11">
                  <c:v>-0.54904649999999999</c:v>
                </c:pt>
                <c:pt idx="12">
                  <c:v>-0.54904660000000005</c:v>
                </c:pt>
                <c:pt idx="13">
                  <c:v>-0.54904660000000005</c:v>
                </c:pt>
                <c:pt idx="14">
                  <c:v>-0.54904660000000005</c:v>
                </c:pt>
                <c:pt idx="15">
                  <c:v>-0.54904660000000005</c:v>
                </c:pt>
                <c:pt idx="16">
                  <c:v>-0.54904660000000005</c:v>
                </c:pt>
                <c:pt idx="17">
                  <c:v>-0.54904660000000005</c:v>
                </c:pt>
                <c:pt idx="18">
                  <c:v>-0.54904660000000005</c:v>
                </c:pt>
                <c:pt idx="19">
                  <c:v>-0.54904660000000005</c:v>
                </c:pt>
                <c:pt idx="20">
                  <c:v>-0.54904660000000005</c:v>
                </c:pt>
                <c:pt idx="21">
                  <c:v>-0.54904660000000005</c:v>
                </c:pt>
                <c:pt idx="22">
                  <c:v>-0.54904660000000005</c:v>
                </c:pt>
                <c:pt idx="23">
                  <c:v>-0.54904660000000005</c:v>
                </c:pt>
                <c:pt idx="24">
                  <c:v>-0.54904660000000005</c:v>
                </c:pt>
                <c:pt idx="25">
                  <c:v>-0.54904660000000005</c:v>
                </c:pt>
                <c:pt idx="26">
                  <c:v>-0.54904660000000005</c:v>
                </c:pt>
                <c:pt idx="27">
                  <c:v>-0.54904660000000005</c:v>
                </c:pt>
                <c:pt idx="28">
                  <c:v>-0.54904660000000005</c:v>
                </c:pt>
                <c:pt idx="29">
                  <c:v>-0.54904660000000005</c:v>
                </c:pt>
                <c:pt idx="30">
                  <c:v>-0.54904660000000005</c:v>
                </c:pt>
                <c:pt idx="31">
                  <c:v>-0.54904660000000005</c:v>
                </c:pt>
                <c:pt idx="32">
                  <c:v>-0.54904660000000005</c:v>
                </c:pt>
                <c:pt idx="33">
                  <c:v>-0.54904660000000005</c:v>
                </c:pt>
                <c:pt idx="34">
                  <c:v>-0.54904660000000005</c:v>
                </c:pt>
                <c:pt idx="35">
                  <c:v>-0.54904660000000005</c:v>
                </c:pt>
                <c:pt idx="36">
                  <c:v>-0.54904660000000005</c:v>
                </c:pt>
                <c:pt idx="37">
                  <c:v>-0.54904660000000005</c:v>
                </c:pt>
                <c:pt idx="38">
                  <c:v>-0.54904660000000005</c:v>
                </c:pt>
                <c:pt idx="39">
                  <c:v>-0.54904660000000005</c:v>
                </c:pt>
                <c:pt idx="40">
                  <c:v>-0.54904660000000005</c:v>
                </c:pt>
                <c:pt idx="41">
                  <c:v>-0.54904660000000005</c:v>
                </c:pt>
                <c:pt idx="42">
                  <c:v>-0.54904660000000005</c:v>
                </c:pt>
                <c:pt idx="43">
                  <c:v>-0.54904660000000005</c:v>
                </c:pt>
                <c:pt idx="44">
                  <c:v>-0.54904660000000005</c:v>
                </c:pt>
                <c:pt idx="45">
                  <c:v>-0.54904660000000005</c:v>
                </c:pt>
                <c:pt idx="46">
                  <c:v>-0.54904660000000005</c:v>
                </c:pt>
                <c:pt idx="47">
                  <c:v>-0.54904660000000005</c:v>
                </c:pt>
                <c:pt idx="48">
                  <c:v>-0.54904660000000005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BE6-49AF-8C34-2221865B6AA0}"/>
            </c:ext>
          </c:extLst>
        </c:ser>
        <c:ser>
          <c:idx val="1"/>
          <c:order val="2"/>
          <c:tx>
            <c:v>ours</c:v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xVal>
            <c:numRef>
              <c:f>Sheet1!$R$2:$R$9</c:f>
              <c:numCache>
                <c:formatCode>General</c:formatCode>
                <c:ptCount val="8"/>
                <c:pt idx="0">
                  <c:v>0</c:v>
                </c:pt>
                <c:pt idx="1">
                  <c:v>1.7999999999999999E-2</c:v>
                </c:pt>
                <c:pt idx="2">
                  <c:v>3.1E-2</c:v>
                </c:pt>
                <c:pt idx="3">
                  <c:v>4.1000000000000002E-2</c:v>
                </c:pt>
                <c:pt idx="4">
                  <c:v>4.8000000000000001E-2</c:v>
                </c:pt>
                <c:pt idx="5">
                  <c:v>5.2999999999999999E-2</c:v>
                </c:pt>
                <c:pt idx="6">
                  <c:v>5.7999999999999996E-2</c:v>
                </c:pt>
                <c:pt idx="7">
                  <c:v>6.2E-2</c:v>
                </c:pt>
              </c:numCache>
            </c:numRef>
          </c:xVal>
          <c:yVal>
            <c:numRef>
              <c:f>Sheet1!$S$2:$S$9</c:f>
              <c:numCache>
                <c:formatCode>0.0000000E+00</c:formatCode>
                <c:ptCount val="8"/>
                <c:pt idx="0">
                  <c:v>-0.47123999999999999</c:v>
                </c:pt>
                <c:pt idx="1">
                  <c:v>-0.53728609999999999</c:v>
                </c:pt>
                <c:pt idx="2">
                  <c:v>-0.53928790000000004</c:v>
                </c:pt>
                <c:pt idx="3">
                  <c:v>-0.5392979</c:v>
                </c:pt>
                <c:pt idx="4">
                  <c:v>-0.53929800000000006</c:v>
                </c:pt>
                <c:pt idx="5">
                  <c:v>-0.53929800000000006</c:v>
                </c:pt>
                <c:pt idx="6">
                  <c:v>-0.53929800000000006</c:v>
                </c:pt>
                <c:pt idx="7">
                  <c:v>-0.53929800000000006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EBE6-49AF-8C34-2221865B6A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6154944"/>
        <c:axId val="412749067"/>
      </c:scatterChart>
      <c:valAx>
        <c:axId val="976154944"/>
        <c:scaling>
          <c:orientation val="minMax"/>
          <c:max val="0.45"/>
          <c:min val="0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25400">
            <a:solidFill>
              <a:schemeClr val="tx1"/>
            </a:solidFill>
          </a:ln>
        </c:spPr>
        <c:crossAx val="412749067"/>
        <c:crossesAt val="-0.56000000000000005"/>
        <c:crossBetween val="midCat"/>
        <c:majorUnit val="9.0000000000000024E-2"/>
      </c:valAx>
      <c:valAx>
        <c:axId val="412749067"/>
        <c:scaling>
          <c:orientation val="minMax"/>
          <c:min val="-0.56000000000000005"/>
        </c:scaling>
        <c:delete val="0"/>
        <c:axPos val="l"/>
        <c:numFmt formatCode="0.00E+00" sourceLinked="0"/>
        <c:majorTickMark val="in"/>
        <c:minorTickMark val="none"/>
        <c:tickLblPos val="nextTo"/>
        <c:spPr>
          <a:ln w="25400">
            <a:solidFill>
              <a:schemeClr val="tx1"/>
            </a:solidFill>
          </a:ln>
        </c:spPr>
        <c:crossAx val="976154944"/>
        <c:crossesAt val="0"/>
        <c:crossBetween val="midCat"/>
        <c:majorUnit val="2.5000000000000005E-2"/>
      </c:valAx>
      <c:spPr>
        <a:noFill/>
        <a:ln w="25400">
          <a:noFill/>
        </a:ln>
      </c:spPr>
    </c:plotArea>
    <c:legend>
      <c:legendPos val="t"/>
      <c:layout>
        <c:manualLayout>
          <c:xMode val="edge"/>
          <c:yMode val="edge"/>
          <c:x val="0.18177569624330106"/>
          <c:y val="0.11677673413260181"/>
          <c:w val="0.34015093014445785"/>
          <c:h val="0.48666118402691205"/>
        </c:manualLayout>
      </c:layout>
      <c:overlay val="1"/>
    </c:legend>
    <c:plotVisOnly val="1"/>
    <c:dispBlanksAs val="gap"/>
    <c:showDLblsOverMax val="0"/>
  </c:chart>
  <c:spPr>
    <a:ln w="25400">
      <a:noFill/>
    </a:ln>
  </c:spPr>
  <c:txPr>
    <a:bodyPr/>
    <a:lstStyle/>
    <a:p>
      <a:pPr>
        <a:defRPr lang="en-US"/>
      </a:pPr>
      <a:endParaRPr lang="zh-CN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2"/>
          <c:order val="0"/>
          <c:tx>
            <c:v>Stable</c:v>
          </c:tx>
          <c:spPr>
            <a:ln w="12700" cap="rnd" cmpd="sng" algn="ctr">
              <a:solidFill>
                <a:srgbClr val="7030A0"/>
              </a:solidFill>
              <a:prstDash val="solid"/>
              <a:round/>
            </a:ln>
          </c:spPr>
          <c:marker>
            <c:symbol val="none"/>
          </c:marker>
          <c:xVal>
            <c:numRef>
              <c:f>Sheet1!$F$2:$F$6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100</c:v>
                </c:pt>
              </c:numCache>
            </c:numRef>
          </c:xVal>
          <c:yVal>
            <c:numRef>
              <c:f>Sheet1!$G$2:$G$6</c:f>
              <c:numCache>
                <c:formatCode>General</c:formatCode>
                <c:ptCount val="5"/>
                <c:pt idx="0">
                  <c:v>0.6875</c:v>
                </c:pt>
                <c:pt idx="1">
                  <c:v>5.9374999999999997E-2</c:v>
                </c:pt>
                <c:pt idx="2">
                  <c:v>7.1875000000000003E-3</c:v>
                </c:pt>
                <c:pt idx="3">
                  <c:v>4.2500000000000003E-3</c:v>
                </c:pt>
                <c:pt idx="4">
                  <c:v>1.0937500000000001E-3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174-441D-AB81-CB776677329C}"/>
            </c:ext>
          </c:extLst>
        </c:ser>
        <c:ser>
          <c:idx val="0"/>
          <c:order val="1"/>
          <c:tx>
            <c:v>Unstable</c:v>
          </c:tx>
          <c:spPr>
            <a:ln w="12700">
              <a:solidFill>
                <a:schemeClr val="accent2"/>
              </a:solidFill>
            </a:ln>
          </c:spPr>
          <c:marker>
            <c:symbol val="none"/>
          </c:marker>
          <c:xVal>
            <c:numRef>
              <c:f>Sheet1!$F$2:$F$6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100</c:v>
                </c:pt>
              </c:numCache>
            </c:numRef>
          </c:xVal>
          <c:yVal>
            <c:numRef>
              <c:f>Sheet1!$H$2:$H$6</c:f>
              <c:numCache>
                <c:formatCode>General</c:formatCode>
                <c:ptCount val="5"/>
                <c:pt idx="0">
                  <c:v>0.71875</c:v>
                </c:pt>
                <c:pt idx="1">
                  <c:v>6.25E-2</c:v>
                </c:pt>
                <c:pt idx="2">
                  <c:v>7.4999999999999997E-3</c:v>
                </c:pt>
                <c:pt idx="3">
                  <c:v>4.4999999999999997E-3</c:v>
                </c:pt>
                <c:pt idx="4">
                  <c:v>1.1875E-3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174-441D-AB81-CB77667732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76154944"/>
        <c:axId val="412749067"/>
      </c:scatterChart>
      <c:valAx>
        <c:axId val="976154944"/>
        <c:scaling>
          <c:orientation val="minMax"/>
          <c:max val="120"/>
          <c:min val="0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25400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12749067"/>
        <c:crossesAt val="-0.56000000000000005"/>
        <c:crossBetween val="midCat"/>
        <c:majorUnit val="30"/>
      </c:valAx>
      <c:valAx>
        <c:axId val="412749067"/>
        <c:scaling>
          <c:logBase val="10"/>
          <c:orientation val="minMax"/>
          <c:max val="1"/>
          <c:min val="1E-3"/>
        </c:scaling>
        <c:delete val="0"/>
        <c:axPos val="l"/>
        <c:numFmt formatCode="0.00E+00" sourceLinked="0"/>
        <c:majorTickMark val="in"/>
        <c:minorTickMark val="none"/>
        <c:tickLblPos val="nextTo"/>
        <c:spPr>
          <a:ln w="25400" cap="flat" cmpd="sng" algn="ctr">
            <a:solidFill>
              <a:schemeClr val="tx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76154944"/>
        <c:crossesAt val="0"/>
        <c:crossBetween val="midCat"/>
        <c:majorUnit val="2.5000000000000001E-2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6173855492952216"/>
          <c:y val="1.1271859598030821E-2"/>
          <c:w val="0.14465203543012806"/>
          <c:h val="0.26076975362537291"/>
        </c:manualLayout>
      </c:layout>
      <c:overlay val="0"/>
    </c:legend>
    <c:plotVisOnly val="1"/>
    <c:dispBlanksAs val="gap"/>
    <c:showDLblsOverMax val="0"/>
  </c:chart>
  <c:spPr>
    <a:ln w="25400" cap="flat" cmpd="sng" algn="ctr">
      <a:noFill/>
      <a:prstDash val="solid"/>
      <a:round/>
    </a:ln>
  </c:spPr>
  <c:txPr>
    <a:bodyPr/>
    <a:lstStyle/>
    <a:p>
      <a:pPr>
        <a:defRPr lang="en-US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96E01-E8D3-4760-894A-3D7E0085C8FC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A0CED-A555-4060-88F7-C11F73146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835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A0CED-A555-4060-88F7-C11F73146E7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792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A0CED-A555-4060-88F7-C11F73146E7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32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5A0CED-A555-4060-88F7-C11F73146E7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09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924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20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2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26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98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65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76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21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11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97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56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DE66F-56A9-49B2-AA89-DC6EADCC3485}" type="datetimeFigureOut">
              <a:rPr lang="zh-CN" altLang="en-US" smtClean="0"/>
              <a:t>2022/8/20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0EB8F-E51C-42EA-AB4F-7E0A28061D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122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图表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2868117"/>
              </p:ext>
            </p:extLst>
          </p:nvPr>
        </p:nvGraphicFramePr>
        <p:xfrm>
          <a:off x="563970" y="3298828"/>
          <a:ext cx="5448642" cy="20173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713212" y="486227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66827" y="4859925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87509" y="486547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98508" y="487415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39872" y="485175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39309" y="5102461"/>
            <a:ext cx="215315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umber of Newton Iterations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44601" y="2340488"/>
            <a:ext cx="343699" cy="93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7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065239" y="3997572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m=1/2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7056" y="4696423"/>
            <a:ext cx="3241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-343249" y="3936700"/>
            <a:ext cx="169148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of Gradient </a:t>
            </a:r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orm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8934" y="4358616"/>
            <a:ext cx="324128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-3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7486" y="3991673"/>
            <a:ext cx="3241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31509" y="329882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1982" y="3622310"/>
            <a:ext cx="3241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065238" y="4214367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m=1/20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069873" y="4431162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m=1/100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065238" y="4634408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m=1/300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619190" y="487717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833315" y="487415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66645" y="487415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064760" y="487475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177101" y="485672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73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540006"/>
              </p:ext>
            </p:extLst>
          </p:nvPr>
        </p:nvGraphicFramePr>
        <p:xfrm>
          <a:off x="297614" y="3298828"/>
          <a:ext cx="5732250" cy="2004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662692" y="4868821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66827" y="485992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19345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05570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68901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2151" y="5062427"/>
            <a:ext cx="16433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umber of Segments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44601" y="2340488"/>
            <a:ext cx="343699" cy="93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620928" y="469680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-393678" y="4065088"/>
            <a:ext cx="153805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vg. PCG Iterations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7144" y="4356864"/>
            <a:ext cx="351378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7003" y="399092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8865" y="3298828"/>
            <a:ext cx="60144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03646" y="3639782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20557" y="4874158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58871" y="487717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400749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59237" y="486030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446953" y="3927242"/>
            <a:ext cx="696128" cy="527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0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341807" y="3839666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341809" y="4012717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Block-diagonal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341808" y="4179878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44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1457080"/>
              </p:ext>
            </p:extLst>
          </p:nvPr>
        </p:nvGraphicFramePr>
        <p:xfrm>
          <a:off x="368715" y="3324379"/>
          <a:ext cx="5612985" cy="1943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662692" y="4868821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66827" y="485992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19345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05570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68901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2151" y="5062427"/>
            <a:ext cx="16433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umber of Segments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44601" y="2340488"/>
            <a:ext cx="343699" cy="93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316595" y="4689672"/>
            <a:ext cx="6431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0.0001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-157236" y="4065088"/>
            <a:ext cx="106516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vg. Cost (s)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2405" y="4370305"/>
            <a:ext cx="559769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6196" y="3990433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4581" y="330778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8417" y="3654303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20557" y="4874158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58871" y="487717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400749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59237" y="486030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052685" y="3954150"/>
            <a:ext cx="782798" cy="527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0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979816" y="3872466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979815" y="4038677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Block-diagonal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983221" y="4232270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52685" y="4542254"/>
            <a:ext cx="782798" cy="15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2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974089" y="4422023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 factorization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80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8703505"/>
              </p:ext>
            </p:extLst>
          </p:nvPr>
        </p:nvGraphicFramePr>
        <p:xfrm>
          <a:off x="427927" y="3315850"/>
          <a:ext cx="5558805" cy="1983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662692" y="4868821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66827" y="485992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19345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05570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68901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2151" y="5062427"/>
            <a:ext cx="16433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umber of Segments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44601" y="2340488"/>
            <a:ext cx="343699" cy="93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387159" y="4690636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-157236" y="4065088"/>
            <a:ext cx="106516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vg. Cost (s)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5345" y="4440504"/>
            <a:ext cx="559769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0.008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6223" y="4135661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4696" y="3862512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0.024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20557" y="4874158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58871" y="487717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400749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59237" y="486030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355126" y="3475895"/>
            <a:ext cx="782798" cy="527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9" name="矩形 28"/>
          <p:cNvSpPr/>
          <p:nvPr/>
        </p:nvSpPr>
        <p:spPr>
          <a:xfrm>
            <a:off x="4052685" y="4542254"/>
            <a:ext cx="782798" cy="15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2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325844" y="3584759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PCG with our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3156" y="3591229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0.032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82217" y="3297951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0.040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33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392191"/>
              </p:ext>
            </p:extLst>
          </p:nvPr>
        </p:nvGraphicFramePr>
        <p:xfrm>
          <a:off x="443776" y="3329844"/>
          <a:ext cx="3192200" cy="1969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621295" y="4848156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1e-4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38501" y="4855751"/>
            <a:ext cx="4898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1e-2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91606" y="4855751"/>
            <a:ext cx="4251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1e2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5126" y="5052838"/>
            <a:ext cx="180671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Young’s modulus (</a:t>
            </a:r>
            <a:r>
              <a:rPr lang="en-US" altLang="zh-CN" sz="1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Mpa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44601" y="2340488"/>
            <a:ext cx="343699" cy="93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570764" y="469680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2505" y="4467214"/>
            <a:ext cx="434734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6223" y="4135661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4696" y="3862512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77735" y="4864333"/>
            <a:ext cx="6338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1e4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355126" y="3475895"/>
            <a:ext cx="782798" cy="527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9" name="矩形 28"/>
          <p:cNvSpPr/>
          <p:nvPr/>
        </p:nvSpPr>
        <p:spPr>
          <a:xfrm>
            <a:off x="4052685" y="4542254"/>
            <a:ext cx="782798" cy="15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2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291717" y="3612372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Block-diagonal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73156" y="3591229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82217" y="3297951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 rot="16200000">
            <a:off x="-393678" y="4065088"/>
            <a:ext cx="153805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vg. PCG Iterations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814044" y="4850765"/>
            <a:ext cx="4251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47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8460097"/>
              </p:ext>
            </p:extLst>
          </p:nvPr>
        </p:nvGraphicFramePr>
        <p:xfrm>
          <a:off x="563098" y="3325377"/>
          <a:ext cx="3048452" cy="19786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621295" y="4848156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1e-4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38501" y="4855751"/>
            <a:ext cx="4898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1e-2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391606" y="4855751"/>
            <a:ext cx="4251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1e2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55126" y="5052838"/>
            <a:ext cx="18163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Young’s modulus (MPa)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44601" y="2340488"/>
            <a:ext cx="343699" cy="93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570764" y="469680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2505" y="4467214"/>
            <a:ext cx="393056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5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6223" y="4135661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10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4696" y="3862512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15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77735" y="4864333"/>
            <a:ext cx="6338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1e4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422645" y="3270620"/>
            <a:ext cx="782798" cy="5274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9" name="矩形 28"/>
          <p:cNvSpPr/>
          <p:nvPr/>
        </p:nvSpPr>
        <p:spPr>
          <a:xfrm>
            <a:off x="4052685" y="4542254"/>
            <a:ext cx="782798" cy="15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5" name="文本框 34"/>
          <p:cNvSpPr txBox="1"/>
          <p:nvPr/>
        </p:nvSpPr>
        <p:spPr>
          <a:xfrm>
            <a:off x="373156" y="3591229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20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82217" y="3297951"/>
            <a:ext cx="5180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25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 rot="16200000">
            <a:off x="-393678" y="4065088"/>
            <a:ext cx="153805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vg. PCG Iterations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814044" y="4850765"/>
            <a:ext cx="4251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397845" y="3457097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871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7102788"/>
              </p:ext>
            </p:extLst>
          </p:nvPr>
        </p:nvGraphicFramePr>
        <p:xfrm>
          <a:off x="316595" y="3275813"/>
          <a:ext cx="5712730" cy="2032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354699" y="3118719"/>
            <a:ext cx="410821" cy="20293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662692" y="4868821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66827" y="485992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19345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05570" y="486843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68901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2151" y="5062427"/>
            <a:ext cx="16433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umber of Segments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644601" y="2340488"/>
            <a:ext cx="343699" cy="935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333018" y="4422023"/>
            <a:ext cx="6431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0.0001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-193442" y="4107473"/>
            <a:ext cx="106516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vg. Cost (s)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8670" y="4150426"/>
            <a:ext cx="559769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6879" y="3852525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4581" y="330778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66664" y="3561301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20557" y="4874158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158871" y="487717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400749" y="485568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59237" y="486030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568107" y="3265113"/>
            <a:ext cx="782798" cy="506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0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484194" y="3287648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052685" y="4542254"/>
            <a:ext cx="782798" cy="154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5" name="文本框 34"/>
          <p:cNvSpPr txBox="1"/>
          <p:nvPr/>
        </p:nvSpPr>
        <p:spPr>
          <a:xfrm>
            <a:off x="237240" y="4692345"/>
            <a:ext cx="7264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0.00001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90332" y="3926994"/>
            <a:ext cx="782798" cy="5067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8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498302" y="3547141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Block-diagonal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500072" y="4078239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 factorization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504924" y="3810467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preconditioner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54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图表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123052"/>
              </p:ext>
            </p:extLst>
          </p:nvPr>
        </p:nvGraphicFramePr>
        <p:xfrm>
          <a:off x="445226" y="3293359"/>
          <a:ext cx="5567385" cy="200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445226" y="3157506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07450" y="4733516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-0.12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07450" y="4412908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-0.09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07450" y="3997878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-0.06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5390" y="3305464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5664" y="3665781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-0.03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1631388" y="3319747"/>
            <a:ext cx="1103124" cy="87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631388" y="3887737"/>
            <a:ext cx="100059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Conforming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595904" y="3509630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nextensibility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170090" y="4020828"/>
            <a:ext cx="10818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 Value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439309" y="5102461"/>
            <a:ext cx="215315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umber of Newton Iterations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53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7971516"/>
              </p:ext>
            </p:extLst>
          </p:nvPr>
        </p:nvGraphicFramePr>
        <p:xfrm>
          <a:off x="257856" y="2708862"/>
          <a:ext cx="8625832" cy="2495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12844" y="3157506"/>
            <a:ext cx="669975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11733" y="4749200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1e-8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11733" y="4359430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2497" y="3167894"/>
            <a:ext cx="5196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1e+0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1733" y="3537604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09159" y="3769422"/>
            <a:ext cx="1103124" cy="42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658199" y="4035869"/>
            <a:ext cx="19908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Inextensibility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09159" y="3207602"/>
            <a:ext cx="1103124" cy="42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771514" y="3679315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770419" y="3397249"/>
            <a:ext cx="1598515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2828" y="3954967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57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图表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6491586"/>
              </p:ext>
            </p:extLst>
          </p:nvPr>
        </p:nvGraphicFramePr>
        <p:xfrm>
          <a:off x="271059" y="2490713"/>
          <a:ext cx="6545491" cy="2790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矩形 22"/>
          <p:cNvSpPr/>
          <p:nvPr/>
        </p:nvSpPr>
        <p:spPr>
          <a:xfrm>
            <a:off x="-561933" y="5095165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12844" y="2446184"/>
            <a:ext cx="669975" cy="2733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323870" y="4747513"/>
            <a:ext cx="6447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0.0e+0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6547" y="4425865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6.0e-8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51779" y="3167894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3.0e-7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360463" y="4912538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036968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634392" y="4903844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240473" y="4877514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34146" y="3783737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1.8e-7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694790" y="4017133"/>
            <a:ext cx="19908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Inextensibility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629382" y="5086471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55560" y="3214606"/>
            <a:ext cx="836682" cy="569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2098450" y="3228917"/>
            <a:ext cx="1598515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36547" y="4104407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1.2e-7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43106" y="3484853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.4e-7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2080817" y="3557796"/>
            <a:ext cx="986167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 method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652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图表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4431750"/>
              </p:ext>
            </p:extLst>
          </p:nvPr>
        </p:nvGraphicFramePr>
        <p:xfrm>
          <a:off x="488441" y="3009264"/>
          <a:ext cx="6859463" cy="221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矩形 22"/>
          <p:cNvSpPr/>
          <p:nvPr/>
        </p:nvSpPr>
        <p:spPr>
          <a:xfrm>
            <a:off x="-561933" y="5095165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37264" y="2425613"/>
            <a:ext cx="669975" cy="27331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312462" y="4760817"/>
            <a:ext cx="6447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0.0e+0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31698" y="4381618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.0e-3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93914" y="4896564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951306" y="4893746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519977" y="4893746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111594" y="4879065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2706" y="3598404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9.0e-3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992242" y="2434149"/>
            <a:ext cx="1103124" cy="42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694790" y="4017133"/>
            <a:ext cx="19908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Inextensibility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576238" y="5033249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113552" y="3973572"/>
            <a:ext cx="1103124" cy="569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2059810" y="3936754"/>
            <a:ext cx="1598515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22706" y="3994153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6.0e-3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23215" y="3224738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1.2e-2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2068802" y="4230725"/>
            <a:ext cx="986167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 method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63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2054804"/>
              </p:ext>
            </p:extLst>
          </p:nvPr>
        </p:nvGraphicFramePr>
        <p:xfrm>
          <a:off x="191040" y="3169686"/>
          <a:ext cx="5936979" cy="2041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12844" y="3157506"/>
            <a:ext cx="669975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347613" y="4746569"/>
            <a:ext cx="5645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1e-13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11733" y="4359430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2497" y="3197968"/>
            <a:ext cx="5196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1e+3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1733" y="3583942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51123" y="4269222"/>
            <a:ext cx="1103124" cy="42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658199" y="4035869"/>
            <a:ext cx="19908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Inextensibility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151123" y="3692588"/>
            <a:ext cx="1103124" cy="42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151123" y="4290534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131093" y="3828005"/>
            <a:ext cx="1598515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12828" y="3954967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81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图表 3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8671822"/>
              </p:ext>
            </p:extLst>
          </p:nvPr>
        </p:nvGraphicFramePr>
        <p:xfrm>
          <a:off x="684887" y="3225676"/>
          <a:ext cx="5252364" cy="1940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12844" y="3157506"/>
            <a:ext cx="669975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539902" y="4743988"/>
            <a:ext cx="3097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70227" y="42659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0911" y="319148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80122" y="4912082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908743" y="4907376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490740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035331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51123" y="4269222"/>
            <a:ext cx="1103124" cy="42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332326" y="4062843"/>
            <a:ext cx="17316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Alignment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608708" y="5064664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932207" y="4011295"/>
            <a:ext cx="1103124" cy="556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932207" y="3945609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897583" y="4334116"/>
            <a:ext cx="986167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 method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7884" y="3720163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61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图表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8779772"/>
              </p:ext>
            </p:extLst>
          </p:nvPr>
        </p:nvGraphicFramePr>
        <p:xfrm>
          <a:off x="233688" y="3191489"/>
          <a:ext cx="3216833" cy="2165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58566" y="3144016"/>
            <a:ext cx="669975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360069" y="4765505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0e+0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22441" y="4440976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80122" y="4912082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908743" y="4907376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490740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035331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51123" y="4269222"/>
            <a:ext cx="1103124" cy="423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554235" y="4038030"/>
            <a:ext cx="17316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Alignment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608708" y="5064664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05607" y="3280743"/>
            <a:ext cx="1103124" cy="639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782715" y="3233270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785653" y="3653478"/>
            <a:ext cx="986167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 method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22737" y="4132518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11404" y="3807989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11404" y="3491496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19833" y="3195918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60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图表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117546"/>
              </p:ext>
            </p:extLst>
          </p:nvPr>
        </p:nvGraphicFramePr>
        <p:xfrm>
          <a:off x="554133" y="3412764"/>
          <a:ext cx="5488515" cy="19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445226" y="3157506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615606" y="478687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1433" y="4322871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59580" y="3398249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4290" y="3858274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33390" y="4150662"/>
            <a:ext cx="1103124" cy="7084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133390" y="4573174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4133388" y="4127335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345201" y="4127057"/>
            <a:ext cx="17316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Alignment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133389" y="4339456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05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4278772"/>
              </p:ext>
            </p:extLst>
          </p:nvPr>
        </p:nvGraphicFramePr>
        <p:xfrm>
          <a:off x="642496" y="2403107"/>
          <a:ext cx="10173285" cy="2862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445226" y="3157506"/>
            <a:ext cx="337593" cy="2229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06731" y="4765888"/>
            <a:ext cx="8157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6385" y="4295660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86008" y="3365877"/>
            <a:ext cx="5196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1e+0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90610" y="3834496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1e-2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04150" y="3398248"/>
            <a:ext cx="1103124" cy="1553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6343444" y="4671009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(5 iterations)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20" y="4378621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(400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4044988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(200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3711356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(100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3405760"/>
            <a:ext cx="21259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(5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 rot="16200000">
            <a:off x="103390" y="4016590"/>
            <a:ext cx="32592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06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135149"/>
              </p:ext>
            </p:extLst>
          </p:nvPr>
        </p:nvGraphicFramePr>
        <p:xfrm>
          <a:off x="614022" y="3365877"/>
          <a:ext cx="8720478" cy="3256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445226" y="3157506"/>
            <a:ext cx="337593" cy="2229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33140" y="4765888"/>
            <a:ext cx="8157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-0.8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3139" y="4428586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-0.7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04150" y="3398248"/>
            <a:ext cx="1103124" cy="1553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6371619" y="4720974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(5 iterations)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20" y="4378621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(400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4044988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(200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3711356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(100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3405760"/>
            <a:ext cx="21259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(5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 rot="16200000">
            <a:off x="-253276" y="4016590"/>
            <a:ext cx="10392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(x) + E (x)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33421" y="4081793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33140" y="3720427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33140" y="3397698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86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5547932"/>
              </p:ext>
            </p:extLst>
          </p:nvPr>
        </p:nvGraphicFramePr>
        <p:xfrm>
          <a:off x="475963" y="1576794"/>
          <a:ext cx="10496837" cy="383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445226" y="3157506"/>
            <a:ext cx="337593" cy="22298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33140" y="4765888"/>
            <a:ext cx="8157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04150" y="3398248"/>
            <a:ext cx="1103124" cy="15538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6371619" y="4720974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(5 iterations)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20" y="4378621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(400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4044988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(200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3711356"/>
            <a:ext cx="22926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(100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6371619" y="3405760"/>
            <a:ext cx="21259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method (5 iterations)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 rot="16200000">
            <a:off x="-226024" y="4016590"/>
            <a:ext cx="98475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-offset (m)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33140" y="3842837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65992" y="3369998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26993" y="4293049"/>
            <a:ext cx="63365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44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图表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9648437"/>
              </p:ext>
            </p:extLst>
          </p:nvPr>
        </p:nvGraphicFramePr>
        <p:xfrm>
          <a:off x="244588" y="3388768"/>
          <a:ext cx="5805692" cy="19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04734" y="3157506"/>
            <a:ext cx="678086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570319" y="477370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9520" y="4458019"/>
            <a:ext cx="4812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6e-7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67191" y="3378725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3.0e-6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54486" y="4176239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777886" y="3641754"/>
            <a:ext cx="1103124" cy="787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765181" y="3641754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765181" y="3969180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750845" y="4006745"/>
            <a:ext cx="19908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Inextensibility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67191" y="3919233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1.8e-6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4486" y="3666243"/>
            <a:ext cx="6062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2.4e-6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46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图表 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6771337"/>
              </p:ext>
            </p:extLst>
          </p:nvPr>
        </p:nvGraphicFramePr>
        <p:xfrm>
          <a:off x="248025" y="3388703"/>
          <a:ext cx="5778125" cy="195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04733" y="2923002"/>
            <a:ext cx="727117" cy="2256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08379" y="4764659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-1.00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7512" y="4389823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-0.75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66417" y="3374389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77078" y="491915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59373" y="4919154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05541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91035" y="3478008"/>
            <a:ext cx="1084933" cy="9615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912106" y="4205603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131968" y="4060402"/>
            <a:ext cx="5245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E(x)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3928" y="4059409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22106" y="3719202"/>
            <a:ext cx="5325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-0.25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912106" y="3844028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912106" y="3431119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94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图表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7313312"/>
              </p:ext>
            </p:extLst>
          </p:nvPr>
        </p:nvGraphicFramePr>
        <p:xfrm>
          <a:off x="533782" y="3413736"/>
          <a:ext cx="5496212" cy="19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04734" y="2923002"/>
            <a:ext cx="678086" cy="2256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570319" y="477370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7802" y="4489396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8971" y="3658069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28875" y="4919901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17899" y="3564352"/>
            <a:ext cx="1084933" cy="6737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805471" y="3939930"/>
            <a:ext cx="114326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method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804759" y="3511875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5680" y="4210086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19178" y="3938825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8142" y="3407197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 rot="16200000">
            <a:off x="-370025" y="4108217"/>
            <a:ext cx="173162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Alignment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34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图表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2107630"/>
              </p:ext>
            </p:extLst>
          </p:nvPr>
        </p:nvGraphicFramePr>
        <p:xfrm>
          <a:off x="413114" y="3417300"/>
          <a:ext cx="5597358" cy="19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04734" y="2923002"/>
            <a:ext cx="678086" cy="2256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648809" y="477370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82355" y="4412265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8924" y="3395725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5020" y="490545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51681" y="4898223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11793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89540" y="3562527"/>
            <a:ext cx="1084933" cy="1026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906616" y="3842889"/>
            <a:ext cx="114326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method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893185" y="3449236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6000" y="4075994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4077" y="3737240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636612" y="4114453"/>
            <a:ext cx="19908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Inextensibility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01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图表 34"/>
          <p:cNvGraphicFramePr>
            <a:graphicFrameLocks/>
          </p:cNvGraphicFramePr>
          <p:nvPr>
            <p:extLst/>
          </p:nvPr>
        </p:nvGraphicFramePr>
        <p:xfrm>
          <a:off x="413114" y="3417300"/>
          <a:ext cx="5597358" cy="194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04734" y="2923002"/>
            <a:ext cx="678086" cy="2256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648809" y="477370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82355" y="4412265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68924" y="3395725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5020" y="4905458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51681" y="4898223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11793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89540" y="3562527"/>
            <a:ext cx="1084933" cy="1026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906616" y="3842889"/>
            <a:ext cx="114326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 method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893185" y="3449236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 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008719" y="5090487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86000" y="4075994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4077" y="3737240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636612" y="4114453"/>
            <a:ext cx="19908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Violation of Inextensibility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46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图表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0553377"/>
              </p:ext>
            </p:extLst>
          </p:nvPr>
        </p:nvGraphicFramePr>
        <p:xfrm>
          <a:off x="224666" y="3304938"/>
          <a:ext cx="5839703" cy="2051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14062" y="3157506"/>
            <a:ext cx="668757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17011" y="4764685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7169" y="4395014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0279" y="4032781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6165" y="3313186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91404" y="4921144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6192" y="3673795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38795" y="3674301"/>
            <a:ext cx="1103124" cy="87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829772" y="3819989"/>
            <a:ext cx="15969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ulti-chain structure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829772" y="4226839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ingle-chain structure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127032" y="4020828"/>
            <a:ext cx="995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Length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906858" y="5064453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51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图表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755895"/>
              </p:ext>
            </p:extLst>
          </p:nvPr>
        </p:nvGraphicFramePr>
        <p:xfrm>
          <a:off x="224666" y="3352450"/>
          <a:ext cx="5813825" cy="2004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矩形 22"/>
          <p:cNvSpPr/>
          <p:nvPr/>
        </p:nvSpPr>
        <p:spPr>
          <a:xfrm>
            <a:off x="475963" y="4952112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4" name="矩形 23"/>
          <p:cNvSpPr/>
          <p:nvPr/>
        </p:nvSpPr>
        <p:spPr>
          <a:xfrm>
            <a:off x="114062" y="3157506"/>
            <a:ext cx="668757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5" name="文本框 24"/>
          <p:cNvSpPr txBox="1"/>
          <p:nvPr/>
        </p:nvSpPr>
        <p:spPr>
          <a:xfrm>
            <a:off x="417011" y="4764685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27169" y="4395014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0279" y="4032781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26165" y="3313186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1.00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212" y="4903844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991404" y="4921144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  <a:p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192427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52539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693285" y="4912082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6192" y="3673795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0.75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883389" y="3694056"/>
            <a:ext cx="1103124" cy="87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3829772" y="3819989"/>
            <a:ext cx="15969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ulti-chain structure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3829772" y="4226839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ingle-chain structure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 rot="16200000">
            <a:off x="-127032" y="4020828"/>
            <a:ext cx="995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Step Length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906858" y="5064453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94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图表 2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3526599"/>
              </p:ext>
            </p:extLst>
          </p:nvPr>
        </p:nvGraphicFramePr>
        <p:xfrm>
          <a:off x="577056" y="3416059"/>
          <a:ext cx="5357918" cy="1909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713212" y="486227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85710" y="487051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63863" y="487051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26013" y="487051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43446" y="487051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2211" y="5098438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388232" y="3401757"/>
            <a:ext cx="497478" cy="1140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5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352020" y="3657429"/>
            <a:ext cx="1704313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Fully maximal method</a:t>
            </a:r>
            <a:endParaRPr lang="zh-CN" altLang="en-US" sz="13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352253" y="3381033"/>
            <a:ext cx="168988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Fully reduced method 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325083" y="3999987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7056" y="4696423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140665" y="4108073"/>
            <a:ext cx="70724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(s)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60647" y="4405743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60647" y="4098310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69525" y="341605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66455" y="375662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64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图表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8239801"/>
              </p:ext>
            </p:extLst>
          </p:nvPr>
        </p:nvGraphicFramePr>
        <p:xfrm>
          <a:off x="518581" y="3337729"/>
          <a:ext cx="5539319" cy="1974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713212" y="486227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85710" y="487051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63863" y="487051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26013" y="4870517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</a:p>
          <a:p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93285" y="4870517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</a:p>
          <a:p>
            <a:endParaRPr lang="en-US" altLang="zh-C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30244" y="5091426"/>
            <a:ext cx="15472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Supports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58237" y="3393622"/>
            <a:ext cx="1103124" cy="876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5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458237" y="3990556"/>
            <a:ext cx="1148071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Inextensibility</a:t>
            </a:r>
            <a:endParaRPr lang="zh-CN" altLang="en-US" sz="13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83">
            <a:extLst>
              <a:ext uri="{FF2B5EF4-FFF2-40B4-BE49-F238E27FC236}">
                <a16:creationId xmlns:a16="http://schemas.microsoft.com/office/drawing/2014/main" id="{8AD7A9A0-9DC6-D640-BA83-DFF6339D7A0F}"/>
              </a:ext>
            </a:extLst>
          </p:cNvPr>
          <p:cNvSpPr txBox="1"/>
          <p:nvPr/>
        </p:nvSpPr>
        <p:spPr>
          <a:xfrm>
            <a:off x="1450264" y="3512561"/>
            <a:ext cx="255261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Conforming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7056" y="4696423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67041" y="3960640"/>
            <a:ext cx="74892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Cost (s)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3242" y="4378438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77509" y="4036514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85333" y="3698168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97949" y="3359495"/>
            <a:ext cx="351378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0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图表 2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9140725"/>
              </p:ext>
            </p:extLst>
          </p:nvPr>
        </p:nvGraphicFramePr>
        <p:xfrm>
          <a:off x="451657" y="3381257"/>
          <a:ext cx="5550736" cy="1918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427927" y="3118719"/>
            <a:ext cx="337593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713212" y="486227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20256" y="487051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163863" y="487051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434191" y="4870517"/>
            <a:ext cx="434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648419" y="4863160"/>
            <a:ext cx="4347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160</a:t>
            </a:r>
          </a:p>
          <a:p>
            <a:endParaRPr lang="en-US" altLang="zh-C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44063" y="5135325"/>
            <a:ext cx="10326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Index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395973" y="3495670"/>
            <a:ext cx="731465" cy="757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5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448877" y="3945102"/>
            <a:ext cx="1148071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Inextensibility</a:t>
            </a:r>
            <a:endParaRPr lang="zh-CN" altLang="en-US" sz="13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77056" y="4696423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-48161" y="4028513"/>
            <a:ext cx="70724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(s)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6140" y="4048174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8427" y="3728471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1.8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27927" y="3400258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06140" y="4383484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416086" y="3515592"/>
            <a:ext cx="2297660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Conforming</a:t>
            </a:r>
            <a:endParaRPr lang="zh-CN" altLang="en-US" sz="13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83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0090852"/>
              </p:ext>
            </p:extLst>
          </p:nvPr>
        </p:nvGraphicFramePr>
        <p:xfrm>
          <a:off x="736144" y="3387916"/>
          <a:ext cx="2655248" cy="1631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215213" y="3118719"/>
            <a:ext cx="550307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713212" y="486227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82458" y="4850468"/>
            <a:ext cx="35137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52819" y="4844118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111248" y="4862279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10534" y="4859130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endParaRPr lang="en-US" altLang="zh-C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49654" y="5090857"/>
            <a:ext cx="158408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Iterations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922821" y="3284952"/>
            <a:ext cx="732652" cy="729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298164" y="4709133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-0.560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4101" y="4016590"/>
            <a:ext cx="5245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(x)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2740" y="4047556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-0.510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02740" y="3722304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-0.485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7490" y="3387916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-0.460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17490" y="4366338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-0.535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13322" y="4275818"/>
            <a:ext cx="326927" cy="280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9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851038" y="3469694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851038" y="3763406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056343" y="4844636"/>
            <a:ext cx="35137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</a:p>
          <a:p>
            <a:endParaRPr lang="en-US" altLang="zh-C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917488" y="4160363"/>
            <a:ext cx="321935" cy="1795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5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851038" y="4115057"/>
            <a:ext cx="986167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method</a:t>
            </a:r>
            <a:endParaRPr lang="zh-CN" altLang="en-US" sz="13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1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图表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8631510"/>
              </p:ext>
            </p:extLst>
          </p:nvPr>
        </p:nvGraphicFramePr>
        <p:xfrm>
          <a:off x="125539" y="3257551"/>
          <a:ext cx="4880801" cy="197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215213" y="3118719"/>
            <a:ext cx="623361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713212" y="4862279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64315" y="4856727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0.09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487011" y="4842936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0.18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79095" y="4855696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0.27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241295" y="4855327"/>
            <a:ext cx="47641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0.36</a:t>
            </a:r>
          </a:p>
          <a:p>
            <a:endParaRPr lang="en-US" altLang="zh-C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26298" y="5062335"/>
            <a:ext cx="70724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 (s)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708993" y="3314124"/>
            <a:ext cx="732652" cy="729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8" name="文本框 17"/>
          <p:cNvSpPr txBox="1"/>
          <p:nvPr/>
        </p:nvSpPr>
        <p:spPr>
          <a:xfrm>
            <a:off x="298164" y="4709133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-0.560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4101" y="4016590"/>
            <a:ext cx="5245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(x)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02740" y="4047556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-0.510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02740" y="3722304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-0.485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17490" y="3387916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-0.460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1003" y="4365977"/>
            <a:ext cx="615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-0.535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17351" y="4257548"/>
            <a:ext cx="293441" cy="280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29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642387" y="3489692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1e9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642386" y="3796350"/>
            <a:ext cx="15985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Penalty weight = 1e2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633379" y="4842936"/>
            <a:ext cx="47641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0.45</a:t>
            </a:r>
          </a:p>
          <a:p>
            <a:endParaRPr lang="en-US" altLang="zh-C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691055" y="4212740"/>
            <a:ext cx="318045" cy="21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5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1648140" y="4129631"/>
            <a:ext cx="986167" cy="425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 method</a:t>
            </a:r>
            <a:endParaRPr lang="zh-CN" altLang="en-US" sz="1300" baseline="30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72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Chart 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8495961"/>
              </p:ext>
            </p:extLst>
          </p:nvPr>
        </p:nvGraphicFramePr>
        <p:xfrm>
          <a:off x="215212" y="3418293"/>
          <a:ext cx="6924728" cy="1758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矩形 5"/>
          <p:cNvSpPr/>
          <p:nvPr/>
        </p:nvSpPr>
        <p:spPr>
          <a:xfrm>
            <a:off x="485333" y="4903381"/>
            <a:ext cx="5810534" cy="4914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7" name="矩形 6"/>
          <p:cNvSpPr/>
          <p:nvPr/>
        </p:nvSpPr>
        <p:spPr>
          <a:xfrm>
            <a:off x="215213" y="3118719"/>
            <a:ext cx="623361" cy="2021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8" name="文本框 7"/>
          <p:cNvSpPr txBox="1"/>
          <p:nvPr/>
        </p:nvSpPr>
        <p:spPr>
          <a:xfrm>
            <a:off x="756049" y="485272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96759" y="4842694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55169" y="4845720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lang="zh-CN" alt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32287" y="4862279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endParaRPr lang="en-US" altLang="zh-CN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113705" y="5097095"/>
            <a:ext cx="7184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(m/s</a:t>
            </a:r>
            <a:r>
              <a:rPr lang="en-US" altLang="zh-CN" sz="13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842811" y="3374463"/>
            <a:ext cx="732652" cy="729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19" name="文本框 18"/>
          <p:cNvSpPr txBox="1"/>
          <p:nvPr/>
        </p:nvSpPr>
        <p:spPr>
          <a:xfrm rot="16200000">
            <a:off x="-447028" y="4122813"/>
            <a:ext cx="16706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Time-step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pper Limit (s)</a:t>
            </a:r>
            <a:endParaRPr lang="zh-CN" altLang="en-US" sz="11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1996" y="4275398"/>
            <a:ext cx="47641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70657" y="3848498"/>
            <a:ext cx="3930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72331" y="3425757"/>
            <a:ext cx="26802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06752" y="4685742"/>
            <a:ext cx="5597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0.001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217351" y="4257548"/>
            <a:ext cx="293441" cy="280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00"/>
          </a:p>
        </p:txBody>
      </p:sp>
      <p:sp>
        <p:nvSpPr>
          <p:cNvPr id="32" name="文本框 31"/>
          <p:cNvSpPr txBox="1"/>
          <p:nvPr/>
        </p:nvSpPr>
        <p:spPr>
          <a:xfrm>
            <a:off x="5734864" y="4822743"/>
            <a:ext cx="43473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  <a:p>
            <a:endParaRPr lang="en-US" altLang="zh-CN" sz="1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1270222" y="3575785"/>
            <a:ext cx="48208" cy="482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1270222" y="3630132"/>
            <a:ext cx="48208" cy="48208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833049" y="3626025"/>
            <a:ext cx="119616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status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83">
            <a:extLst>
              <a:ext uri="{FF2B5EF4-FFF2-40B4-BE49-F238E27FC236}">
                <a16:creationId xmlns:a16="http://schemas.microsoft.com/office/drawing/2014/main" id="{E34B5C5B-C4EE-EE44-9283-8F1BB81AF30B}"/>
              </a:ext>
            </a:extLst>
          </p:cNvPr>
          <p:cNvSpPr txBox="1"/>
          <p:nvPr/>
        </p:nvSpPr>
        <p:spPr>
          <a:xfrm>
            <a:off x="4823280" y="3388496"/>
            <a:ext cx="102143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 status</a:t>
            </a:r>
            <a:endParaRPr lang="zh-CN" altLang="en-US" sz="13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1294326" y="3702304"/>
            <a:ext cx="0" cy="1170131"/>
          </a:xfrm>
          <a:prstGeom prst="line">
            <a:avLst/>
          </a:prstGeom>
          <a:ln w="254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97839" y="3595064"/>
            <a:ext cx="413472" cy="5048"/>
          </a:xfrm>
          <a:prstGeom prst="line">
            <a:avLst/>
          </a:prstGeom>
          <a:ln w="254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1068291" y="3311827"/>
            <a:ext cx="19094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10m/s</a:t>
            </a:r>
            <a:r>
              <a:rPr lang="en-US" altLang="zh-CN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dirty="0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0.71875s)</a:t>
            </a:r>
            <a:endParaRPr lang="zh-CN" altLang="en-US" sz="1200" dirty="0"/>
          </a:p>
        </p:txBody>
      </p:sp>
      <p:cxnSp>
        <p:nvCxnSpPr>
          <p:cNvPr id="44" name="直接连接符 43"/>
          <p:cNvCxnSpPr/>
          <p:nvPr/>
        </p:nvCxnSpPr>
        <p:spPr>
          <a:xfrm>
            <a:off x="894668" y="3649891"/>
            <a:ext cx="413472" cy="5048"/>
          </a:xfrm>
          <a:prstGeom prst="line">
            <a:avLst/>
          </a:prstGeom>
          <a:ln w="25400" cap="flat" cmpd="sng" algn="ctr">
            <a:solidFill>
              <a:srgbClr val="7030A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矩形 44"/>
          <p:cNvSpPr/>
          <p:nvPr/>
        </p:nvSpPr>
        <p:spPr>
          <a:xfrm>
            <a:off x="1058529" y="3619391"/>
            <a:ext cx="19094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10m/s</a:t>
            </a:r>
            <a:r>
              <a:rPr lang="en-US" altLang="zh-CN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200" dirty="0">
                <a:latin typeface="Symbol" panose="05050102010706020507" pitchFamily="18" charset="2"/>
                <a:cs typeface="Times New Roman" panose="02020603050405020304" pitchFamily="18" charset="0"/>
              </a:rPr>
              <a:t>D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0.68750s)</a:t>
            </a:r>
            <a:endParaRPr lang="zh-CN" altLang="en-US" sz="12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74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14654</TotalTime>
  <Words>854</Words>
  <Application>Microsoft Office PowerPoint</Application>
  <PresentationFormat>宽屏</PresentationFormat>
  <Paragraphs>483</Paragraphs>
  <Slides>31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等线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whmin</dc:creator>
  <cp:lastModifiedBy>ROG</cp:lastModifiedBy>
  <cp:revision>422</cp:revision>
  <cp:lastPrinted>2021-09-29T07:40:02Z</cp:lastPrinted>
  <dcterms:created xsi:type="dcterms:W3CDTF">2015-02-01T01:40:15Z</dcterms:created>
  <dcterms:modified xsi:type="dcterms:W3CDTF">2022-08-20T07:22:01Z</dcterms:modified>
</cp:coreProperties>
</file>