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8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618" y="96"/>
      </p:cViewPr>
      <p:guideLst>
        <p:guide orient="horz" pos="212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2025/11/2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>
            <a:extLst>
              <a:ext uri="{FF2B5EF4-FFF2-40B4-BE49-F238E27FC236}">
                <a16:creationId xmlns:a16="http://schemas.microsoft.com/office/drawing/2014/main" id="{0F07C983-85B5-C3D5-A0F4-692B2F018F3D}"/>
              </a:ext>
            </a:extLst>
          </p:cNvPr>
          <p:cNvGrpSpPr/>
          <p:nvPr/>
        </p:nvGrpSpPr>
        <p:grpSpPr>
          <a:xfrm>
            <a:off x="2370848" y="1078230"/>
            <a:ext cx="6357861" cy="4455160"/>
            <a:chOff x="2370848" y="1078230"/>
            <a:chExt cx="6357861" cy="4455160"/>
          </a:xfrm>
        </p:grpSpPr>
        <p:sp>
          <p:nvSpPr>
            <p:cNvPr id="4" name="Rectangles 3"/>
            <p:cNvSpPr/>
            <p:nvPr/>
          </p:nvSpPr>
          <p:spPr>
            <a:xfrm>
              <a:off x="3642995" y="1078230"/>
              <a:ext cx="4455160" cy="4455160"/>
            </a:xfrm>
            <a:prstGeom prst="rect">
              <a:avLst/>
            </a:prstGeom>
            <a:pattFill prst="wdDnDiag">
              <a:fgClr>
                <a:srgbClr val="5B9BD5"/>
              </a:fgClr>
              <a:bgClr>
                <a:srgbClr val="FFFFFF"/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" name="Straight Connector 6"/>
            <p:cNvCxnSpPr>
              <a:stCxn id="4" idx="1"/>
              <a:endCxn id="4" idx="3"/>
            </p:cNvCxnSpPr>
            <p:nvPr/>
          </p:nvCxnSpPr>
          <p:spPr>
            <a:xfrm>
              <a:off x="3642995" y="3305810"/>
              <a:ext cx="4455160" cy="0"/>
            </a:xfrm>
            <a:prstGeom prst="line">
              <a:avLst/>
            </a:prstGeom>
            <a:ln w="5715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>
              <a:stCxn id="4" idx="0"/>
              <a:endCxn id="4" idx="2"/>
            </p:cNvCxnSpPr>
            <p:nvPr/>
          </p:nvCxnSpPr>
          <p:spPr>
            <a:xfrm>
              <a:off x="5870575" y="1078230"/>
              <a:ext cx="0" cy="4455160"/>
            </a:xfrm>
            <a:prstGeom prst="line">
              <a:avLst/>
            </a:prstGeom>
            <a:ln w="5715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0" name="Rectangles 9"/>
            <p:cNvSpPr/>
            <p:nvPr/>
          </p:nvSpPr>
          <p:spPr>
            <a:xfrm>
              <a:off x="3649980" y="1084741"/>
              <a:ext cx="2220595" cy="2191381"/>
            </a:xfrm>
            <a:prstGeom prst="rect">
              <a:avLst/>
            </a:prstGeom>
            <a:pattFill prst="openDmnd">
              <a:fgClr>
                <a:srgbClr val="5B9BD5"/>
              </a:fgClr>
              <a:bgClr>
                <a:srgbClr val="FFFFFF"/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1" name="Straight Connector 10"/>
            <p:cNvCxnSpPr>
              <a:cxnSpLocks/>
              <a:stCxn id="10" idx="3"/>
              <a:endCxn id="12" idx="1"/>
            </p:cNvCxnSpPr>
            <p:nvPr/>
          </p:nvCxnSpPr>
          <p:spPr>
            <a:xfrm>
              <a:off x="5870575" y="2180432"/>
              <a:ext cx="2409189" cy="2133291"/>
            </a:xfrm>
            <a:prstGeom prst="line">
              <a:avLst/>
            </a:prstGeom>
            <a:ln w="28575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 Box 11"/>
                <p:cNvSpPr txBox="1"/>
                <p:nvPr/>
              </p:nvSpPr>
              <p:spPr>
                <a:xfrm>
                  <a:off x="8279764" y="3959780"/>
                  <a:ext cx="448945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𝜕𝛲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>
            <p:sp>
              <p:nvSpPr>
                <p:cNvPr id="12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9764" y="3959780"/>
                  <a:ext cx="448945" cy="707886"/>
                </a:xfrm>
                <a:prstGeom prst="rect">
                  <a:avLst/>
                </a:prstGeom>
                <a:blipFill>
                  <a:blip r:embed="rId2"/>
                  <a:stretch>
                    <a:fillRect r="-486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Connector 12"/>
            <p:cNvCxnSpPr>
              <a:cxnSpLocks/>
              <a:stCxn id="12" idx="1"/>
            </p:cNvCxnSpPr>
            <p:nvPr/>
          </p:nvCxnSpPr>
          <p:spPr>
            <a:xfrm flipH="1" flipV="1">
              <a:off x="4818185" y="3339380"/>
              <a:ext cx="3461579" cy="974343"/>
            </a:xfrm>
            <a:prstGeom prst="line">
              <a:avLst/>
            </a:prstGeom>
            <a:ln w="28575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cxnSpLocks/>
              <a:stCxn id="12" idx="1"/>
            </p:cNvCxnSpPr>
            <p:nvPr/>
          </p:nvCxnSpPr>
          <p:spPr>
            <a:xfrm flipH="1">
              <a:off x="5870575" y="4313723"/>
              <a:ext cx="2409189" cy="281057"/>
            </a:xfrm>
            <a:prstGeom prst="line">
              <a:avLst/>
            </a:prstGeom>
            <a:ln w="28575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 Box 15"/>
                <p:cNvSpPr txBox="1"/>
                <p:nvPr/>
              </p:nvSpPr>
              <p:spPr>
                <a:xfrm>
                  <a:off x="4329349" y="2166900"/>
                  <a:ext cx="947420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𝛺</m:t>
                            </m:r>
                          </m:e>
                          <m:sub>
                            <m:r>
                              <a:rPr lang="en-US" sz="40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4000" dirty="0"/>
                </a:p>
              </p:txBody>
            </p:sp>
          </mc:Choice>
          <mc:Fallback>
            <p:sp>
              <p:nvSpPr>
                <p:cNvPr id="16" name="Text 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9349" y="2166900"/>
                  <a:ext cx="947420" cy="70788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Connector 17"/>
            <p:cNvCxnSpPr>
              <a:cxnSpLocks/>
              <a:stCxn id="10" idx="3"/>
            </p:cNvCxnSpPr>
            <p:nvPr/>
          </p:nvCxnSpPr>
          <p:spPr>
            <a:xfrm flipH="1" flipV="1">
              <a:off x="3104512" y="2153369"/>
              <a:ext cx="2766063" cy="27063"/>
            </a:xfrm>
            <a:prstGeom prst="line">
              <a:avLst/>
            </a:prstGeom>
            <a:ln w="28575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 Box 18"/>
                <p:cNvSpPr txBox="1"/>
                <p:nvPr/>
              </p:nvSpPr>
              <p:spPr>
                <a:xfrm>
                  <a:off x="2370848" y="1915160"/>
                  <a:ext cx="947420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𝜕𝛺</m:t>
                            </m:r>
                          </m:e>
                          <m:sub>
                            <m:r>
                              <a:rPr lang="en-US" sz="40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4000" dirty="0"/>
                </a:p>
              </p:txBody>
            </p:sp>
          </mc:Choice>
          <mc:Fallback>
            <p:sp>
              <p:nvSpPr>
                <p:cNvPr id="19" name="Text 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0848" y="1915160"/>
                  <a:ext cx="947420" cy="70788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Connector 19"/>
            <p:cNvCxnSpPr>
              <a:cxnSpLocks/>
            </p:cNvCxnSpPr>
            <p:nvPr/>
          </p:nvCxnSpPr>
          <p:spPr>
            <a:xfrm flipH="1" flipV="1">
              <a:off x="7179945" y="2152650"/>
              <a:ext cx="1242937" cy="518161"/>
            </a:xfrm>
            <a:prstGeom prst="line">
              <a:avLst/>
            </a:prstGeom>
            <a:ln w="28575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 Box 20"/>
                <p:cNvSpPr txBox="1"/>
                <p:nvPr/>
              </p:nvSpPr>
              <p:spPr>
                <a:xfrm>
                  <a:off x="8307694" y="2297210"/>
                  <a:ext cx="360097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𝛺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>
            <p:sp>
              <p:nvSpPr>
                <p:cNvPr id="21" name="Text 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7694" y="2297210"/>
                  <a:ext cx="360097" cy="707886"/>
                </a:xfrm>
                <a:prstGeom prst="rect">
                  <a:avLst/>
                </a:prstGeom>
                <a:blipFill>
                  <a:blip r:embed="rId5"/>
                  <a:stretch>
                    <a:fillRect r="-135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Connector 14">
              <a:extLst>
                <a:ext uri="{FF2B5EF4-FFF2-40B4-BE49-F238E27FC236}">
                  <a16:creationId xmlns:a16="http://schemas.microsoft.com/office/drawing/2014/main" id="{D54B420D-AFE4-E2DD-D8F0-5955775669D7}"/>
                </a:ext>
              </a:extLst>
            </p:cNvPr>
            <p:cNvCxnSpPr>
              <a:cxnSpLocks/>
              <a:stCxn id="12" idx="1"/>
            </p:cNvCxnSpPr>
            <p:nvPr/>
          </p:nvCxnSpPr>
          <p:spPr>
            <a:xfrm flipH="1" flipV="1">
              <a:off x="7009850" y="3312317"/>
              <a:ext cx="1269914" cy="1001406"/>
            </a:xfrm>
            <a:prstGeom prst="line">
              <a:avLst/>
            </a:prstGeom>
            <a:ln w="28575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9" name="Straight Connector 17">
              <a:extLst>
                <a:ext uri="{FF2B5EF4-FFF2-40B4-BE49-F238E27FC236}">
                  <a16:creationId xmlns:a16="http://schemas.microsoft.com/office/drawing/2014/main" id="{D2B540D9-F3AE-80E1-EB9B-6E3E2AE03264}"/>
                </a:ext>
              </a:extLst>
            </p:cNvPr>
            <p:cNvCxnSpPr>
              <a:cxnSpLocks/>
            </p:cNvCxnSpPr>
            <p:nvPr/>
          </p:nvCxnSpPr>
          <p:spPr>
            <a:xfrm>
              <a:off x="3097526" y="2136699"/>
              <a:ext cx="1633774" cy="1175618"/>
            </a:xfrm>
            <a:prstGeom prst="line">
              <a:avLst/>
            </a:prstGeom>
            <a:ln w="28575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</Words>
  <Application>Microsoft Office PowerPoint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宋体</vt:lpstr>
      <vt:lpstr>Arial</vt:lpstr>
      <vt:lpstr>Arial Black</vt:lpstr>
      <vt:lpstr>Calibri</vt:lpstr>
      <vt:lpstr>Cambria Math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chongyao</dc:creator>
  <cp:lastModifiedBy>崇遥 赵</cp:lastModifiedBy>
  <cp:revision>11</cp:revision>
  <dcterms:created xsi:type="dcterms:W3CDTF">2025-08-10T11:47:19Z</dcterms:created>
  <dcterms:modified xsi:type="dcterms:W3CDTF">2025-11-02T14:08:28Z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